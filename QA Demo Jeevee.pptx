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Muli" charset="1" panose="00000500000000000000"/>
      <p:regular r:id="rId23"/>
    </p:embeddedFont>
    <p:embeddedFont>
      <p:font typeface="Muli Semi-Bold" charset="1" panose="00000700000000000000"/>
      <p:regular r:id="rId24"/>
    </p:embeddedFont>
    <p:embeddedFont>
      <p:font typeface="Playfair Display Bold" charset="1" panose="00000800000000000000"/>
      <p:regular r:id="rId25"/>
    </p:embeddedFont>
    <p:embeddedFont>
      <p:font typeface="Playfair Display" charset="1" panose="00000500000000000000"/>
      <p:regular r:id="rId26"/>
    </p:embeddedFont>
    <p:embeddedFont>
      <p:font typeface="Muli Italics" charset="1" panose="000005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slide10.xml" Type="http://schemas.openxmlformats.org/officeDocument/2006/relationships/slide"/><Relationship Id="rId11" Target="slide9.xml" Type="http://schemas.openxmlformats.org/officeDocument/2006/relationships/slide"/><Relationship Id="rId12" Target="slide11.xml" Type="http://schemas.openxmlformats.org/officeDocument/2006/relationships/slid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slide3.xml" Type="http://schemas.openxmlformats.org/officeDocument/2006/relationships/slide"/><Relationship Id="rId5" Target="slide4.xml" Type="http://schemas.openxmlformats.org/officeDocument/2006/relationships/slide"/><Relationship Id="rId6" Target="slide5.xml" Type="http://schemas.openxmlformats.org/officeDocument/2006/relationships/slide"/><Relationship Id="rId7" Target="slide6.xml" Type="http://schemas.openxmlformats.org/officeDocument/2006/relationships/slide"/><Relationship Id="rId8" Target="slide8.xml" Type="http://schemas.openxmlformats.org/officeDocument/2006/relationships/slide"/><Relationship Id="rId9" Target="slide7.xml" Type="http://schemas.openxmlformats.org/officeDocument/2006/relationships/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jpe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slide2.xml" Type="http://schemas.openxmlformats.org/officeDocument/2006/relationships/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slide2.xml" Type="http://schemas.openxmlformats.org/officeDocument/2006/relationships/slid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slide2.xml" Type="http://schemas.openxmlformats.org/officeDocument/2006/relationships/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slide2.xml" Type="http://schemas.openxmlformats.org/officeDocument/2006/relationships/slid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slide2.xml" Type="http://schemas.openxmlformats.org/officeDocument/2006/relationships/slide"/><Relationship Id="rId3" Target="../media/image9.pn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slide2.xml" Type="http://schemas.openxmlformats.org/officeDocument/2006/relationships/slid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slide2.xml" Type="http://schemas.openxmlformats.org/officeDocument/2006/relationships/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slide2.xml" Type="http://schemas.openxmlformats.org/officeDocument/2006/relationships/slid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slide2.xml" Type="http://schemas.openxmlformats.org/officeDocument/2006/relationships/slid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image11.jpeg" Type="http://schemas.openxmlformats.org/officeDocument/2006/relationships/image"/><Relationship Id="rId4" Target="../media/image12.jpeg" Type="http://schemas.openxmlformats.org/officeDocument/2006/relationships/image"/><Relationship Id="rId5" Target="../media/image13.jpeg" Type="http://schemas.openxmlformats.org/officeDocument/2006/relationships/image"/><Relationship Id="rId6" Target="../media/image14.jpeg" Type="http://schemas.openxmlformats.org/officeDocument/2006/relationships/image"/><Relationship Id="rId7" Target="slide2.xml" Type="http://schemas.openxmlformats.org/officeDocument/2006/relationships/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slide2.xml" Type="http://schemas.openxmlformats.org/officeDocument/2006/relationships/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slide2.xml" Type="http://schemas.openxmlformats.org/officeDocument/2006/relationships/slid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3.png" Type="http://schemas.openxmlformats.org/officeDocument/2006/relationships/image"/><Relationship Id="rId11" Target="../media/image34.svg" Type="http://schemas.openxmlformats.org/officeDocument/2006/relationships/image"/><Relationship Id="rId12" Target="../media/image35.png" Type="http://schemas.openxmlformats.org/officeDocument/2006/relationships/image"/><Relationship Id="rId13" Target="../media/image36.svg" Type="http://schemas.openxmlformats.org/officeDocument/2006/relationships/image"/><Relationship Id="rId14" Target="../media/image37.png" Type="http://schemas.openxmlformats.org/officeDocument/2006/relationships/image"/><Relationship Id="rId15" Target="../media/image38.svg" Type="http://schemas.openxmlformats.org/officeDocument/2006/relationships/image"/><Relationship Id="rId16" Target="../media/image39.png" Type="http://schemas.openxmlformats.org/officeDocument/2006/relationships/image"/><Relationship Id="rId17" Target="../media/image40.svg" Type="http://schemas.openxmlformats.org/officeDocument/2006/relationships/image"/><Relationship Id="rId18" Target="../media/image41.png" Type="http://schemas.openxmlformats.org/officeDocument/2006/relationships/image"/><Relationship Id="rId19" Target="../media/image42.svg" Type="http://schemas.openxmlformats.org/officeDocument/2006/relationships/image"/><Relationship Id="rId2" Target="../media/image25.png" Type="http://schemas.openxmlformats.org/officeDocument/2006/relationships/image"/><Relationship Id="rId20" Target="../media/image43.png" Type="http://schemas.openxmlformats.org/officeDocument/2006/relationships/image"/><Relationship Id="rId21" Target="../media/image44.svg" Type="http://schemas.openxmlformats.org/officeDocument/2006/relationships/image"/><Relationship Id="rId22" Target="../media/image45.png" Type="http://schemas.openxmlformats.org/officeDocument/2006/relationships/image"/><Relationship Id="rId23" Target="../media/image46.svg" Type="http://schemas.openxmlformats.org/officeDocument/2006/relationships/image"/><Relationship Id="rId24" Target="../media/image47.png" Type="http://schemas.openxmlformats.org/officeDocument/2006/relationships/image"/><Relationship Id="rId25" Target="../media/image48.svg" Type="http://schemas.openxmlformats.org/officeDocument/2006/relationships/image"/><Relationship Id="rId26" Target="../media/image49.png" Type="http://schemas.openxmlformats.org/officeDocument/2006/relationships/image"/><Relationship Id="rId27" Target="../media/image50.svg" Type="http://schemas.openxmlformats.org/officeDocument/2006/relationships/image"/><Relationship Id="rId28" Target="../media/image51.png" Type="http://schemas.openxmlformats.org/officeDocument/2006/relationships/image"/><Relationship Id="rId29" Target="../media/image52.svg" Type="http://schemas.openxmlformats.org/officeDocument/2006/relationships/image"/><Relationship Id="rId3" Target="../media/image26.svg" Type="http://schemas.openxmlformats.org/officeDocument/2006/relationships/image"/><Relationship Id="rId30" Target="../media/image53.png" Type="http://schemas.openxmlformats.org/officeDocument/2006/relationships/image"/><Relationship Id="rId31" Target="../media/image54.svg" Type="http://schemas.openxmlformats.org/officeDocument/2006/relationships/image"/><Relationship Id="rId32" Target="../media/image55.png" Type="http://schemas.openxmlformats.org/officeDocument/2006/relationships/image"/><Relationship Id="rId33" Target="../media/image56.svg" Type="http://schemas.openxmlformats.org/officeDocument/2006/relationships/image"/><Relationship Id="rId34" Target="../media/image57.png" Type="http://schemas.openxmlformats.org/officeDocument/2006/relationships/image"/><Relationship Id="rId35" Target="../media/image58.svg" Type="http://schemas.openxmlformats.org/officeDocument/2006/relationships/image"/><Relationship Id="rId36" Target="../media/image59.png" Type="http://schemas.openxmlformats.org/officeDocument/2006/relationships/image"/><Relationship Id="rId37" Target="../media/image60.svg" Type="http://schemas.openxmlformats.org/officeDocument/2006/relationships/image"/><Relationship Id="rId38" Target="../media/image61.png" Type="http://schemas.openxmlformats.org/officeDocument/2006/relationships/image"/><Relationship Id="rId39" Target="../media/image62.svg" Type="http://schemas.openxmlformats.org/officeDocument/2006/relationships/image"/><Relationship Id="rId4" Target="../media/image27.png" Type="http://schemas.openxmlformats.org/officeDocument/2006/relationships/image"/><Relationship Id="rId40" Target="../media/image63.png" Type="http://schemas.openxmlformats.org/officeDocument/2006/relationships/image"/><Relationship Id="rId41" Target="../media/image64.svg" Type="http://schemas.openxmlformats.org/officeDocument/2006/relationships/image"/><Relationship Id="rId42" Target="../media/image65.png" Type="http://schemas.openxmlformats.org/officeDocument/2006/relationships/image"/><Relationship Id="rId43" Target="../media/image66.svg" Type="http://schemas.openxmlformats.org/officeDocument/2006/relationships/image"/><Relationship Id="rId44" Target="../media/image67.png" Type="http://schemas.openxmlformats.org/officeDocument/2006/relationships/image"/><Relationship Id="rId45" Target="../media/image68.svg" Type="http://schemas.openxmlformats.org/officeDocument/2006/relationships/image"/><Relationship Id="rId46" Target="../media/image69.png" Type="http://schemas.openxmlformats.org/officeDocument/2006/relationships/image"/><Relationship Id="rId47" Target="../media/image70.svg" Type="http://schemas.openxmlformats.org/officeDocument/2006/relationships/image"/><Relationship Id="rId48" Target="../media/image71.png" Type="http://schemas.openxmlformats.org/officeDocument/2006/relationships/image"/><Relationship Id="rId49" Target="../media/image72.svg" Type="http://schemas.openxmlformats.org/officeDocument/2006/relationships/image"/><Relationship Id="rId5" Target="../media/image28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Relationship Id="rId8" Target="../media/image31.png" Type="http://schemas.openxmlformats.org/officeDocument/2006/relationships/image"/><Relationship Id="rId9" Target="../media/image32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73580" y="8786530"/>
            <a:ext cx="4357455" cy="338117"/>
            <a:chOff x="0" y="0"/>
            <a:chExt cx="5809940" cy="4508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823" cy="450823"/>
            </a:xfrm>
            <a:custGeom>
              <a:avLst/>
              <a:gdLst/>
              <a:ahLst/>
              <a:cxnLst/>
              <a:rect r="r" b="b" t="t" l="l"/>
              <a:pathLst>
                <a:path h="450823" w="450823">
                  <a:moveTo>
                    <a:pt x="0" y="0"/>
                  </a:moveTo>
                  <a:lnTo>
                    <a:pt x="450823" y="0"/>
                  </a:lnTo>
                  <a:lnTo>
                    <a:pt x="450823" y="450823"/>
                  </a:lnTo>
                  <a:lnTo>
                    <a:pt x="0" y="450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 rot="0">
              <a:off x="783561" y="57983"/>
              <a:ext cx="5026378" cy="3253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207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This event has live translations.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73580" y="7135703"/>
            <a:ext cx="7150343" cy="725200"/>
            <a:chOff x="0" y="0"/>
            <a:chExt cx="9533791" cy="966933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9533791" cy="966933"/>
              <a:chOff x="0" y="0"/>
              <a:chExt cx="12727542" cy="1290848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2727542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12727542">
                    <a:moveTo>
                      <a:pt x="0" y="0"/>
                    </a:moveTo>
                    <a:lnTo>
                      <a:pt x="0" y="1290848"/>
                    </a:lnTo>
                    <a:lnTo>
                      <a:pt x="12727542" y="1290848"/>
                    </a:lnTo>
                    <a:lnTo>
                      <a:pt x="12727542" y="0"/>
                    </a:lnTo>
                    <a:lnTo>
                      <a:pt x="0" y="0"/>
                    </a:lnTo>
                    <a:close/>
                    <a:moveTo>
                      <a:pt x="12666582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12666582" y="59690"/>
                    </a:lnTo>
                    <a:lnTo>
                      <a:pt x="12666582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299564" y="171186"/>
              <a:ext cx="8863483" cy="5376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499"/>
                </a:lnSpc>
              </a:pPr>
              <a:r>
                <a:rPr lang="en-US" sz="2499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Presented by: </a:t>
              </a:r>
              <a:r>
                <a:rPr lang="en-US" sz="24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name of presenter here.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542992" y="-8517227"/>
            <a:ext cx="11432615" cy="11411829"/>
          </a:xfrm>
          <a:custGeom>
            <a:avLst/>
            <a:gdLst/>
            <a:ahLst/>
            <a:cxnLst/>
            <a:rect r="r" b="b" t="t" l="l"/>
            <a:pathLst>
              <a:path h="11411829" w="11432615">
                <a:moveTo>
                  <a:pt x="0" y="0"/>
                </a:moveTo>
                <a:lnTo>
                  <a:pt x="11432616" y="0"/>
                </a:lnTo>
                <a:lnTo>
                  <a:pt x="11432616" y="11411829"/>
                </a:lnTo>
                <a:lnTo>
                  <a:pt x="0" y="114118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573580" y="1028700"/>
            <a:ext cx="2012099" cy="1950875"/>
            <a:chOff x="0" y="0"/>
            <a:chExt cx="2682799" cy="26011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73580" y="3638550"/>
            <a:ext cx="12206480" cy="301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9"/>
              </a:lnSpc>
            </a:pPr>
            <a:r>
              <a:rPr lang="en-US" sz="9999" b="true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Business </a:t>
            </a:r>
            <a:r>
              <a:rPr lang="en-US" sz="9999">
                <a:solidFill>
                  <a:srgbClr val="0000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Case Study and Report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99895" y="-9092389"/>
            <a:ext cx="11432615" cy="11411829"/>
          </a:xfrm>
          <a:custGeom>
            <a:avLst/>
            <a:gdLst/>
            <a:ahLst/>
            <a:cxnLst/>
            <a:rect r="r" b="b" t="t" l="l"/>
            <a:pathLst>
              <a:path h="11411829" w="11432615">
                <a:moveTo>
                  <a:pt x="0" y="0"/>
                </a:moveTo>
                <a:lnTo>
                  <a:pt x="11432615" y="0"/>
                </a:lnTo>
                <a:lnTo>
                  <a:pt x="11432615" y="11411829"/>
                </a:lnTo>
                <a:lnTo>
                  <a:pt x="0" y="114118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4316" y="7022304"/>
            <a:ext cx="11841808" cy="11820277"/>
          </a:xfrm>
          <a:custGeom>
            <a:avLst/>
            <a:gdLst/>
            <a:ahLst/>
            <a:cxnLst/>
            <a:rect r="r" b="b" t="t" l="l"/>
            <a:pathLst>
              <a:path h="11820277" w="11841808">
                <a:moveTo>
                  <a:pt x="0" y="0"/>
                </a:moveTo>
                <a:lnTo>
                  <a:pt x="11841807" y="0"/>
                </a:lnTo>
                <a:lnTo>
                  <a:pt x="11841807" y="11820278"/>
                </a:lnTo>
                <a:lnTo>
                  <a:pt x="0" y="118202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393098" y="1585842"/>
            <a:ext cx="5164266" cy="2344141"/>
            <a:chOff x="0" y="0"/>
            <a:chExt cx="3895997" cy="17684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95997" cy="1768453"/>
            </a:xfrm>
            <a:custGeom>
              <a:avLst/>
              <a:gdLst/>
              <a:ahLst/>
              <a:cxnLst/>
              <a:rect r="r" b="b" t="t" l="l"/>
              <a:pathLst>
                <a:path h="1768453" w="3895997">
                  <a:moveTo>
                    <a:pt x="0" y="0"/>
                  </a:moveTo>
                  <a:lnTo>
                    <a:pt x="3895997" y="0"/>
                  </a:lnTo>
                  <a:lnTo>
                    <a:pt x="3895997" y="1768453"/>
                  </a:lnTo>
                  <a:lnTo>
                    <a:pt x="0" y="1768453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3895997" cy="1797028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just">
                <a:lnSpc>
                  <a:spcPts val="2520"/>
                </a:lnSpc>
              </a:pPr>
              <a:r>
                <a:rPr lang="en-US" sz="1800" b="true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Tip:</a:t>
              </a:r>
              <a:r>
                <a:rPr lang="en-US" sz="18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Use links to go to a different page inside your presentation. </a:t>
              </a:r>
            </a:p>
            <a:p>
              <a:pPr algn="just">
                <a:lnSpc>
                  <a:spcPts val="2520"/>
                </a:lnSpc>
              </a:pPr>
            </a:p>
            <a:p>
              <a:pPr algn="just">
                <a:lnSpc>
                  <a:spcPts val="2520"/>
                </a:lnSpc>
              </a:pPr>
              <a:r>
                <a:rPr lang="en-US" b="true" sz="1800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How:</a:t>
              </a:r>
              <a:r>
                <a:rPr lang="en-US" b="true" sz="1800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Highlight text, click on the link symbol on the toolbar, and select the page in your presentation  you want to connect.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03905" y="1585842"/>
            <a:ext cx="3655502" cy="3969612"/>
            <a:chOff x="0" y="0"/>
            <a:chExt cx="4874003" cy="5292816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4" action="ppaction://hlinksldjump"/>
                </a:rPr>
                <a:t>Company Overview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93050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5" action="ppaction://hlinksldjump"/>
                </a:rPr>
                <a:t>Challenges and Objectives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190863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6" action="ppaction://hlinksldjump"/>
                </a:rPr>
                <a:t>SWOT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288676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7" action="ppaction://hlinksldjump"/>
                </a:rPr>
                <a:t>Competitor Analysis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4843024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8" action="ppaction://hlinksldjump"/>
                </a:rPr>
                <a:t>Problem Statement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386489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9" action="ppaction://hlinksldjump"/>
                </a:rPr>
                <a:t>Industry Analysis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449167" y="1585842"/>
            <a:ext cx="3655502" cy="3232518"/>
            <a:chOff x="0" y="0"/>
            <a:chExt cx="4874003" cy="4310024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93050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10" action="ppaction://hlinksldjump"/>
                </a:rPr>
                <a:t>Recommendations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4762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11" action="ppaction://hlinksldjump"/>
                </a:rPr>
                <a:t>Proposed Solutions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2886765"/>
              <a:ext cx="4874003" cy="4496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Whiteboard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3860332"/>
              <a:ext cx="4874003" cy="4496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Brainstorm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1908635"/>
              <a:ext cx="4874003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u="sng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12" action="ppaction://hlinksldjump"/>
                </a:rPr>
                <a:t>References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542130" y="7465878"/>
            <a:ext cx="4866202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800"/>
              </a:lnSpc>
              <a:spcBef>
                <a:spcPct val="0"/>
              </a:spcBef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950820" y="5773766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374934" y="-3845014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10" y="0"/>
                </a:lnTo>
                <a:lnTo>
                  <a:pt x="9042910" y="9026467"/>
                </a:lnTo>
                <a:lnTo>
                  <a:pt x="0" y="90264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9709" y="1271611"/>
            <a:ext cx="6071970" cy="7819684"/>
            <a:chOff x="0" y="0"/>
            <a:chExt cx="8095960" cy="10426245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4"/>
            <a:srcRect l="24116" t="0" r="24116" b="0"/>
            <a:stretch>
              <a:fillRect/>
            </a:stretch>
          </p:blipFill>
          <p:spPr>
            <a:xfrm flipH="false" flipV="false">
              <a:off x="0" y="0"/>
              <a:ext cx="8095960" cy="10426245"/>
            </a:xfrm>
            <a:prstGeom prst="rect">
              <a:avLst/>
            </a:prstGeom>
          </p:spPr>
        </p:pic>
      </p:grpSp>
      <p:grpSp>
        <p:nvGrpSpPr>
          <p:cNvPr name="Group 6" id="6"/>
          <p:cNvGrpSpPr/>
          <p:nvPr/>
        </p:nvGrpSpPr>
        <p:grpSpPr>
          <a:xfrm rot="0">
            <a:off x="8692259" y="4099564"/>
            <a:ext cx="5965206" cy="4072454"/>
            <a:chOff x="0" y="0"/>
            <a:chExt cx="7953608" cy="5429939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0"/>
              <a:ext cx="7953608" cy="3657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Company</a:t>
              </a:r>
            </a:p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Overview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4040348"/>
              <a:ext cx="7953608" cy="13895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a brief introduction about the company's history, development and recent performance within the sector it belongs.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692259" y="1271611"/>
            <a:ext cx="2012099" cy="1950875"/>
            <a:chOff x="0" y="0"/>
            <a:chExt cx="2682799" cy="26011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692259" y="8533100"/>
            <a:ext cx="2982603" cy="558194"/>
            <a:chOff x="0" y="0"/>
            <a:chExt cx="3976804" cy="744259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15" id="15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7" action="ppaction://hlinksldjump"/>
                </a:rPr>
                <a:t>BACK TO AGENDA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52699" y="8979203"/>
            <a:ext cx="2982603" cy="558194"/>
            <a:chOff x="0" y="0"/>
            <a:chExt cx="3976804" cy="74425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5" id="5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2" action="ppaction://hlinksldjump"/>
                </a:rPr>
                <a:t>BACK TO AGENDA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778805" y="6328233"/>
            <a:ext cx="5417481" cy="1949450"/>
            <a:chOff x="0" y="0"/>
            <a:chExt cx="7223308" cy="259926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209675"/>
              <a:ext cx="7223308" cy="13895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objectives here.</a:t>
              </a:r>
            </a:p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objectives here.</a:t>
              </a:r>
            </a:p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objectives here.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9525"/>
              <a:ext cx="7223308" cy="7905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799"/>
                </a:lnSpc>
                <a:spcBef>
                  <a:spcPct val="0"/>
                </a:spcBef>
              </a:pPr>
              <a:r>
                <a:rPr lang="en-US" b="true" sz="3999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Objectives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165650" y="3001000"/>
            <a:ext cx="79567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Challenges and Objectives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3091714" y="6328233"/>
            <a:ext cx="5417481" cy="1951283"/>
            <a:chOff x="0" y="0"/>
            <a:chExt cx="7223308" cy="2601710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9525"/>
              <a:ext cx="7223308" cy="7905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799"/>
                </a:lnSpc>
                <a:spcBef>
                  <a:spcPct val="0"/>
                </a:spcBef>
              </a:pPr>
              <a:r>
                <a:rPr lang="en-US" b="true" sz="3999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Challenges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1212119"/>
              <a:ext cx="7223308" cy="13895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challenges here.</a:t>
              </a:r>
            </a:p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challenges here.</a:t>
              </a:r>
            </a:p>
            <a:p>
              <a:pPr algn="ctr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the company's challenges here.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4938847" y="-5577476"/>
            <a:ext cx="9279264" cy="9262392"/>
          </a:xfrm>
          <a:custGeom>
            <a:avLst/>
            <a:gdLst/>
            <a:ahLst/>
            <a:cxnLst/>
            <a:rect r="r" b="b" t="t" l="l"/>
            <a:pathLst>
              <a:path h="9262392" w="9279264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8137950" y="635905"/>
            <a:ext cx="2012099" cy="1950875"/>
            <a:chOff x="0" y="0"/>
            <a:chExt cx="2682799" cy="26011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-6187549" y="7481501"/>
            <a:ext cx="9279264" cy="9262392"/>
          </a:xfrm>
          <a:custGeom>
            <a:avLst/>
            <a:gdLst/>
            <a:ahLst/>
            <a:cxnLst/>
            <a:rect r="r" b="b" t="t" l="l"/>
            <a:pathLst>
              <a:path h="9262392" w="9279264">
                <a:moveTo>
                  <a:pt x="0" y="0"/>
                </a:moveTo>
                <a:lnTo>
                  <a:pt x="9279263" y="0"/>
                </a:lnTo>
                <a:lnTo>
                  <a:pt x="9279263" y="9262393"/>
                </a:lnTo>
                <a:lnTo>
                  <a:pt x="0" y="92623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761556" y="5047606"/>
            <a:ext cx="11841808" cy="11820277"/>
          </a:xfrm>
          <a:custGeom>
            <a:avLst/>
            <a:gdLst/>
            <a:ahLst/>
            <a:cxnLst/>
            <a:rect r="r" b="b" t="t" l="l"/>
            <a:pathLst>
              <a:path h="11820277" w="11841808">
                <a:moveTo>
                  <a:pt x="0" y="0"/>
                </a:moveTo>
                <a:lnTo>
                  <a:pt x="11841807" y="0"/>
                </a:lnTo>
                <a:lnTo>
                  <a:pt x="11841807" y="11820277"/>
                </a:lnTo>
                <a:lnTo>
                  <a:pt x="0" y="118202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239133" y="-5900614"/>
            <a:ext cx="11841808" cy="11820277"/>
          </a:xfrm>
          <a:custGeom>
            <a:avLst/>
            <a:gdLst/>
            <a:ahLst/>
            <a:cxnLst/>
            <a:rect r="r" b="b" t="t" l="l"/>
            <a:pathLst>
              <a:path h="11820277" w="11841808">
                <a:moveTo>
                  <a:pt x="0" y="0"/>
                </a:moveTo>
                <a:lnTo>
                  <a:pt x="11841807" y="0"/>
                </a:lnTo>
                <a:lnTo>
                  <a:pt x="11841807" y="11820278"/>
                </a:lnTo>
                <a:lnTo>
                  <a:pt x="0" y="118202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822041" y="1571950"/>
          <a:ext cx="14683039" cy="6601520"/>
        </p:xfrm>
        <a:graphic>
          <a:graphicData uri="http://schemas.openxmlformats.org/drawingml/2006/table">
            <a:tbl>
              <a:tblPr/>
              <a:tblGrid>
                <a:gridCol w="3673830"/>
                <a:gridCol w="3623919"/>
                <a:gridCol w="3762963"/>
                <a:gridCol w="3622327"/>
              </a:tblGrid>
              <a:tr h="12592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 b="true">
                          <a:solidFill>
                            <a:srgbClr val="000000"/>
                          </a:solidFill>
                          <a:latin typeface="Playfair Display Bold"/>
                          <a:ea typeface="Playfair Display Bold"/>
                          <a:cs typeface="Playfair Display Bold"/>
                          <a:sym typeface="Playfair Display Bold"/>
                        </a:rPr>
                        <a:t>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 b="true">
                          <a:solidFill>
                            <a:srgbClr val="000000"/>
                          </a:solidFill>
                          <a:latin typeface="Playfair Display Bold"/>
                          <a:ea typeface="Playfair Display Bold"/>
                          <a:cs typeface="Playfair Display Bold"/>
                          <a:sym typeface="Playfair Display Bold"/>
                        </a:rPr>
                        <a:t>W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 b="true">
                          <a:solidFill>
                            <a:srgbClr val="000000"/>
                          </a:solidFill>
                          <a:latin typeface="Playfair Display Bold"/>
                          <a:ea typeface="Playfair Display Bold"/>
                          <a:cs typeface="Playfair Display Bold"/>
                          <a:sym typeface="Playfair Display Bold"/>
                        </a:rPr>
                        <a:t>O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 b="true">
                          <a:solidFill>
                            <a:srgbClr val="000000"/>
                          </a:solidFill>
                          <a:latin typeface="Playfair Display Bold"/>
                          <a:ea typeface="Playfair Display Bold"/>
                          <a:cs typeface="Playfair Display Bold"/>
                          <a:sym typeface="Playfair Display Bold"/>
                        </a:rPr>
                        <a:t>T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03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sz="2500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Strengths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sz="2500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Weaknesses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sz="2500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Opportunities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sz="2500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Threats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28250">
                <a:tc>
                  <a:txBody>
                    <a:bodyPr anchor="t" rtlCol="false"/>
                    <a:lstStyle/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What unique value does the company provide that competitors do not have? </a:t>
                      </a:r>
                      <a:endParaRPr lang="en-US" sz="1100"/>
                    </a:p>
                    <a:p>
                      <a:pPr algn="l">
                        <a:lnSpc>
                          <a:spcPts val="2800"/>
                        </a:lnSpc>
                      </a:pPr>
                    </a:p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What are the company's strongest assets? </a:t>
                      </a: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What are the internal forces that can impact the company? </a:t>
                      </a:r>
                      <a:endParaRPr lang="en-US" sz="1100"/>
                    </a:p>
                    <a:p>
                      <a:pPr algn="l">
                        <a:lnSpc>
                          <a:spcPts val="2800"/>
                        </a:lnSpc>
                      </a:pPr>
                    </a:p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Which areas of the business need strengthening?</a:t>
                      </a: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What emerging technology can the company employ? </a:t>
                      </a:r>
                      <a:endParaRPr lang="en-US" sz="1100"/>
                    </a:p>
                    <a:p>
                      <a:pPr algn="l">
                        <a:lnSpc>
                          <a:spcPts val="2800"/>
                        </a:lnSpc>
                      </a:pPr>
                    </a:p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Are there other market trends and needs that the company could meet? </a:t>
                      </a: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What are the external forces that could impact the business? </a:t>
                      </a:r>
                      <a:endParaRPr lang="en-US" sz="1100"/>
                    </a:p>
                    <a:p>
                      <a:pPr algn="l">
                        <a:lnSpc>
                          <a:spcPts val="2800"/>
                        </a:lnSpc>
                      </a:pPr>
                    </a:p>
                    <a:p>
                      <a:pPr algn="l" marL="431802" indent="-215901" lvl="1">
                        <a:lnSpc>
                          <a:spcPts val="2800"/>
                        </a:lnSpc>
                        <a:buFont typeface="Arial"/>
                        <a:buChar char="•"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Are there companies that could potentially become competitors? </a:t>
                      </a: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5" id="5"/>
          <p:cNvGrpSpPr/>
          <p:nvPr/>
        </p:nvGrpSpPr>
        <p:grpSpPr>
          <a:xfrm rot="0">
            <a:off x="13522477" y="8700106"/>
            <a:ext cx="2982603" cy="558194"/>
            <a:chOff x="0" y="0"/>
            <a:chExt cx="3976804" cy="744259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4" action="ppaction://hlinksldjump"/>
                </a:rPr>
                <a:t>BACK TO AGENDA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472065" y="225440"/>
            <a:ext cx="9639114" cy="9129913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13900532" y="9134475"/>
            <a:ext cx="3407389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50"/>
              </a:lnSpc>
            </a:pPr>
            <a:r>
              <a:rPr lang="en-US" sz="1500" i="true">
                <a:solidFill>
                  <a:srgbClr val="000000"/>
                </a:solidFill>
                <a:latin typeface="Muli Italics"/>
                <a:ea typeface="Muli Italics"/>
                <a:cs typeface="Muli Italics"/>
                <a:sym typeface="Muli Italics"/>
              </a:rPr>
              <a:t>Source: Add your references here.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668921" y="3462706"/>
            <a:ext cx="6493331" cy="4468695"/>
            <a:chOff x="0" y="0"/>
            <a:chExt cx="8657774" cy="5958259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0"/>
              <a:ext cx="8657774" cy="3657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Competitor Analysis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4040348"/>
              <a:ext cx="8657774" cy="1083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399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significant observation between</a:t>
              </a:r>
            </a:p>
            <a:p>
              <a:pPr algn="l">
                <a:lnSpc>
                  <a:spcPts val="3359"/>
                </a:lnSpc>
              </a:pPr>
              <a:r>
                <a:rPr lang="en-US" b="true" sz="2399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the company and its competitors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5508468"/>
              <a:ext cx="8657774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observation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68921" y="8814406"/>
            <a:ext cx="2982603" cy="558194"/>
            <a:chOff x="0" y="0"/>
            <a:chExt cx="3976804" cy="744259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3" action="ppaction://hlinksldjump"/>
                </a:rPr>
                <a:t>BACK TO AGENDA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68921" y="1028700"/>
            <a:ext cx="2012099" cy="1950875"/>
            <a:chOff x="0" y="0"/>
            <a:chExt cx="2682799" cy="260116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75178" y="9411778"/>
            <a:ext cx="3407389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599" i="true">
                <a:solidFill>
                  <a:srgbClr val="000000"/>
                </a:solidFill>
                <a:latin typeface="Muli Italics"/>
                <a:ea typeface="Muli Italics"/>
                <a:cs typeface="Muli Italics"/>
                <a:sym typeface="Muli Italics"/>
              </a:rPr>
              <a:t>Source: Add your references here.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454089" y="3217745"/>
            <a:ext cx="6493331" cy="4468695"/>
            <a:chOff x="0" y="0"/>
            <a:chExt cx="8657774" cy="5958259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0"/>
              <a:ext cx="8657774" cy="3657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Industry Analysis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4040348"/>
              <a:ext cx="8657774" cy="10839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b="true" sz="2399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significant observation on recent industry trends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5508468"/>
              <a:ext cx="8657774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observation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54089" y="8424185"/>
            <a:ext cx="2982603" cy="558194"/>
            <a:chOff x="0" y="0"/>
            <a:chExt cx="3976804" cy="744259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10" id="10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2" action="ppaction://hlinksldjump"/>
                </a:rPr>
                <a:t>BACK TO AGENDA</a:t>
              </a:r>
            </a:p>
          </p:txBody>
        </p:sp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357423" y="68549"/>
            <a:ext cx="9744854" cy="9725901"/>
          </a:xfrm>
          <a:prstGeom prst="rect">
            <a:avLst/>
          </a:prstGeom>
        </p:spPr>
      </p:pic>
      <p:grpSp>
        <p:nvGrpSpPr>
          <p:cNvPr name="Group 12" id="12"/>
          <p:cNvGrpSpPr/>
          <p:nvPr/>
        </p:nvGrpSpPr>
        <p:grpSpPr>
          <a:xfrm rot="0">
            <a:off x="10454089" y="880620"/>
            <a:ext cx="2012099" cy="1950875"/>
            <a:chOff x="0" y="0"/>
            <a:chExt cx="2682799" cy="260116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811762" y="5773766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05539" y="3295719"/>
            <a:ext cx="4952361" cy="4881017"/>
            <a:chOff x="0" y="0"/>
            <a:chExt cx="3736132" cy="36823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736132" cy="3682310"/>
            </a:xfrm>
            <a:custGeom>
              <a:avLst/>
              <a:gdLst/>
              <a:ahLst/>
              <a:cxnLst/>
              <a:rect r="r" b="b" t="t" l="l"/>
              <a:pathLst>
                <a:path h="368231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3682310"/>
                  </a:lnTo>
                  <a:lnTo>
                    <a:pt x="0" y="368231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3736132" cy="371088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67819" y="3295719"/>
            <a:ext cx="4952361" cy="4881017"/>
            <a:chOff x="0" y="0"/>
            <a:chExt cx="3736132" cy="36823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736132" cy="3682310"/>
            </a:xfrm>
            <a:custGeom>
              <a:avLst/>
              <a:gdLst/>
              <a:ahLst/>
              <a:cxnLst/>
              <a:rect r="r" b="b" t="t" l="l"/>
              <a:pathLst>
                <a:path h="368231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3682310"/>
                  </a:lnTo>
                  <a:lnTo>
                    <a:pt x="0" y="368231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3736132" cy="371088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306939" y="3295719"/>
            <a:ext cx="4952361" cy="4881017"/>
            <a:chOff x="0" y="0"/>
            <a:chExt cx="3736132" cy="36823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736132" cy="3682310"/>
            </a:xfrm>
            <a:custGeom>
              <a:avLst/>
              <a:gdLst/>
              <a:ahLst/>
              <a:cxnLst/>
              <a:rect r="r" b="b" t="t" l="l"/>
              <a:pathLst>
                <a:path h="368231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3682310"/>
                  </a:lnTo>
                  <a:lnTo>
                    <a:pt x="0" y="368231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3736132" cy="371088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38304" y="6032833"/>
            <a:ext cx="4086830" cy="1553547"/>
            <a:chOff x="0" y="0"/>
            <a:chExt cx="5449107" cy="207139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213485"/>
              <a:ext cx="5449107" cy="8579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</a:t>
              </a:r>
            </a:p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identified problem.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28575"/>
              <a:ext cx="5449107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specific company problem here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100585" y="6032833"/>
            <a:ext cx="4086830" cy="1553547"/>
            <a:chOff x="0" y="0"/>
            <a:chExt cx="5449107" cy="2071396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1213485"/>
              <a:ext cx="5449107" cy="8579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</a:t>
              </a:r>
            </a:p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identified problem.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-28575"/>
              <a:ext cx="5449107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specific company problem here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739704" y="6032833"/>
            <a:ext cx="4086830" cy="1553547"/>
            <a:chOff x="0" y="0"/>
            <a:chExt cx="5449107" cy="2071396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1213485"/>
              <a:ext cx="5449107" cy="8579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</a:t>
              </a:r>
            </a:p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identified problem.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-28575"/>
              <a:ext cx="5449107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specific company problem here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538304" y="3696760"/>
            <a:ext cx="1210897" cy="1210897"/>
            <a:chOff x="0" y="0"/>
            <a:chExt cx="1614529" cy="1614529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1614529" cy="1614529"/>
              <a:chOff x="0" y="0"/>
              <a:chExt cx="6350000" cy="63500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24" id="24"/>
            <p:cNvSpPr txBox="true"/>
            <p:nvPr/>
          </p:nvSpPr>
          <p:spPr>
            <a:xfrm rot="0">
              <a:off x="274834" y="364881"/>
              <a:ext cx="1064860" cy="8466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199"/>
                </a:lnSpc>
              </a:pPr>
              <a:r>
                <a:rPr lang="en-US" b="true" sz="3999">
                  <a:solidFill>
                    <a:srgbClr val="FFFFFF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01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7100585" y="3696760"/>
            <a:ext cx="1210897" cy="1210897"/>
            <a:chOff x="0" y="0"/>
            <a:chExt cx="1614529" cy="1614529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1614529" cy="1614529"/>
              <a:chOff x="0" y="0"/>
              <a:chExt cx="6350000" cy="63500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28" id="28"/>
            <p:cNvSpPr txBox="true"/>
            <p:nvPr/>
          </p:nvSpPr>
          <p:spPr>
            <a:xfrm rot="0">
              <a:off x="274834" y="364881"/>
              <a:ext cx="1064860" cy="8466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199"/>
                </a:lnSpc>
              </a:pPr>
              <a:r>
                <a:rPr lang="en-US" b="true" sz="3999">
                  <a:solidFill>
                    <a:srgbClr val="FFFFFF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02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739704" y="3696760"/>
            <a:ext cx="1210897" cy="1210897"/>
            <a:chOff x="0" y="0"/>
            <a:chExt cx="1614529" cy="1614529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614529" cy="1614529"/>
              <a:chOff x="0" y="0"/>
              <a:chExt cx="6350000" cy="63500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32" id="32"/>
            <p:cNvSpPr txBox="true"/>
            <p:nvPr/>
          </p:nvSpPr>
          <p:spPr>
            <a:xfrm rot="0">
              <a:off x="274834" y="364881"/>
              <a:ext cx="1064860" cy="8466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199"/>
                </a:lnSpc>
              </a:pPr>
              <a:r>
                <a:rPr lang="en-US" b="true" sz="3999">
                  <a:solidFill>
                    <a:srgbClr val="FFFFFF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03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057900" y="1175895"/>
            <a:ext cx="112014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Problem Statement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4276697" y="8700106"/>
            <a:ext cx="2982603" cy="558194"/>
            <a:chOff x="0" y="0"/>
            <a:chExt cx="3976804" cy="744259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37" id="37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4" action="ppaction://hlinksldjump"/>
                </a:rPr>
                <a:t>BACK TO AGENDA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05539" y="880620"/>
            <a:ext cx="2012099" cy="1950875"/>
            <a:chOff x="0" y="0"/>
            <a:chExt cx="2682799" cy="260116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01620" y="5257900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46164" y="3478664"/>
          <a:ext cx="15819484" cy="5131967"/>
        </p:xfrm>
        <a:graphic>
          <a:graphicData uri="http://schemas.openxmlformats.org/drawingml/2006/table">
            <a:tbl>
              <a:tblPr/>
              <a:tblGrid>
                <a:gridCol w="3876974"/>
                <a:gridCol w="3957678"/>
                <a:gridCol w="4073470"/>
                <a:gridCol w="3911362"/>
              </a:tblGrid>
              <a:tr h="117074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Factor/Criteria # 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Factor/Criteria # 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Factor/Criteria # 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3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Proposed Solution # 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Write here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Write here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Write here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3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Proposed Solution # 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3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Proposed Solution # 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3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true">
                          <a:solidFill>
                            <a:srgbClr val="000000"/>
                          </a:solidFill>
                          <a:latin typeface="Muli Semi-Bold"/>
                          <a:ea typeface="Muli Semi-Bold"/>
                          <a:cs typeface="Muli Semi-Bold"/>
                          <a:sym typeface="Muli Semi-Bold"/>
                        </a:rPr>
                        <a:t>Proposed Solution # 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6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5990031" y="1175895"/>
            <a:ext cx="11051804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Proposed Solutions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46164" y="880620"/>
            <a:ext cx="2012099" cy="1950875"/>
            <a:chOff x="0" y="0"/>
            <a:chExt cx="2682799" cy="26011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073520" y="8979203"/>
            <a:ext cx="2982603" cy="558194"/>
            <a:chOff x="0" y="0"/>
            <a:chExt cx="3976804" cy="744259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6" action="ppaction://hlinksldjump"/>
                </a:rPr>
                <a:t>BACK TO AGENDA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52699" y="8361976"/>
            <a:ext cx="2982603" cy="558194"/>
            <a:chOff x="0" y="0"/>
            <a:chExt cx="3976804" cy="74425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5" id="5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2" action="ppaction://hlinksldjump"/>
                </a:rPr>
                <a:t>BACK TO AGENDA</a:t>
              </a: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128682" y="3001000"/>
            <a:ext cx="1003063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Recommedations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938847" y="-5577476"/>
            <a:ext cx="9279264" cy="9262392"/>
          </a:xfrm>
          <a:custGeom>
            <a:avLst/>
            <a:gdLst/>
            <a:ahLst/>
            <a:cxnLst/>
            <a:rect r="r" b="b" t="t" l="l"/>
            <a:pathLst>
              <a:path h="9262392" w="9279264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7951359" y="635905"/>
            <a:ext cx="2012099" cy="1950875"/>
            <a:chOff x="0" y="0"/>
            <a:chExt cx="2682799" cy="260116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4248710" y="7677344"/>
            <a:ext cx="9279264" cy="9262392"/>
          </a:xfrm>
          <a:custGeom>
            <a:avLst/>
            <a:gdLst/>
            <a:ahLst/>
            <a:cxnLst/>
            <a:rect r="r" b="b" t="t" l="l"/>
            <a:pathLst>
              <a:path h="9262392" w="9279264">
                <a:moveTo>
                  <a:pt x="0" y="0"/>
                </a:moveTo>
                <a:lnTo>
                  <a:pt x="9279263" y="0"/>
                </a:lnTo>
                <a:lnTo>
                  <a:pt x="9279263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76914" y="4985487"/>
            <a:ext cx="7480495" cy="1894179"/>
            <a:chOff x="0" y="0"/>
            <a:chExt cx="9973994" cy="2525572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973994" cy="2525572"/>
              <a:chOff x="0" y="0"/>
              <a:chExt cx="5643393" cy="1428996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5643393" cy="1428996"/>
              </a:xfrm>
              <a:custGeom>
                <a:avLst/>
                <a:gdLst/>
                <a:ahLst/>
                <a:cxnLst/>
                <a:rect r="r" b="b" t="t" l="l"/>
                <a:pathLst>
                  <a:path h="1428996" w="5643393">
                    <a:moveTo>
                      <a:pt x="0" y="0"/>
                    </a:moveTo>
                    <a:lnTo>
                      <a:pt x="5643393" y="0"/>
                    </a:lnTo>
                    <a:lnTo>
                      <a:pt x="5643393" y="1428996"/>
                    </a:lnTo>
                    <a:lnTo>
                      <a:pt x="0" y="142899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FF68D4"/>
                </a:solidFill>
                <a:prstDash val="solid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28575"/>
                <a:ext cx="5643393" cy="1457571"/>
              </a:xfrm>
              <a:prstGeom prst="rect">
                <a:avLst/>
              </a:prstGeom>
            </p:spPr>
            <p:txBody>
              <a:bodyPr anchor="ctr" rtlCol="false" tIns="254000" lIns="254000" bIns="254000" rIns="254000"/>
              <a:lstStyle/>
              <a:p>
                <a:pPr algn="l">
                  <a:lnSpc>
                    <a:spcPts val="2520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848865" y="1376973"/>
              <a:ext cx="8276264" cy="42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proposed recommendation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48865" y="655613"/>
              <a:ext cx="8276264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b="true" sz="2400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business recommendation here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30591" y="4985487"/>
            <a:ext cx="7480495" cy="1894179"/>
            <a:chOff x="0" y="0"/>
            <a:chExt cx="9973994" cy="2525572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973994" cy="2525572"/>
              <a:chOff x="0" y="0"/>
              <a:chExt cx="5643393" cy="142899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5643393" cy="1428996"/>
              </a:xfrm>
              <a:custGeom>
                <a:avLst/>
                <a:gdLst/>
                <a:ahLst/>
                <a:cxnLst/>
                <a:rect r="r" b="b" t="t" l="l"/>
                <a:pathLst>
                  <a:path h="1428996" w="5643393">
                    <a:moveTo>
                      <a:pt x="0" y="0"/>
                    </a:moveTo>
                    <a:lnTo>
                      <a:pt x="5643393" y="0"/>
                    </a:lnTo>
                    <a:lnTo>
                      <a:pt x="5643393" y="1428996"/>
                    </a:lnTo>
                    <a:lnTo>
                      <a:pt x="0" y="142899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FF68D4"/>
                </a:solidFill>
                <a:prstDash val="solid"/>
                <a:miter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28575"/>
                <a:ext cx="5643393" cy="1457571"/>
              </a:xfrm>
              <a:prstGeom prst="rect">
                <a:avLst/>
              </a:prstGeom>
            </p:spPr>
            <p:txBody>
              <a:bodyPr anchor="ctr" rtlCol="false" tIns="254000" lIns="254000" bIns="254000" rIns="254000"/>
              <a:lstStyle/>
              <a:p>
                <a:pPr algn="l">
                  <a:lnSpc>
                    <a:spcPts val="2520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848865" y="1376973"/>
              <a:ext cx="8276264" cy="42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Briefly elaborate on the proposed recommendation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48865" y="655613"/>
              <a:ext cx="8276264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b="true" sz="2400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Write a business recommendation here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778805" y="952925"/>
            <a:ext cx="7480495" cy="8305375"/>
            <a:chOff x="0" y="0"/>
            <a:chExt cx="5643393" cy="626569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643393" cy="6265694"/>
            </a:xfrm>
            <a:custGeom>
              <a:avLst/>
              <a:gdLst/>
              <a:ahLst/>
              <a:cxnLst/>
              <a:rect r="r" b="b" t="t" l="l"/>
              <a:pathLst>
                <a:path h="6265694" w="5643393">
                  <a:moveTo>
                    <a:pt x="0" y="0"/>
                  </a:moveTo>
                  <a:lnTo>
                    <a:pt x="5643393" y="0"/>
                  </a:lnTo>
                  <a:lnTo>
                    <a:pt x="5643393" y="6265694"/>
                  </a:lnTo>
                  <a:lnTo>
                    <a:pt x="0" y="6265694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5643393" cy="6294269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510558" y="2915075"/>
            <a:ext cx="6016989" cy="3640402"/>
            <a:chOff x="0" y="0"/>
            <a:chExt cx="8022652" cy="485387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66675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824797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1713797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602796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3491796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4380795"/>
              <a:ext cx="8022652" cy="4730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List down your reference here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28700" y="6803128"/>
            <a:ext cx="6493331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0"/>
              </a:lnSpc>
            </a:pPr>
            <a:r>
              <a:rPr lang="en-US" sz="9000" b="true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References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028700" y="8700106"/>
            <a:ext cx="2982603" cy="558194"/>
            <a:chOff x="0" y="0"/>
            <a:chExt cx="3976804" cy="744259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2" action="ppaction://hlinksldjump"/>
                </a:rPr>
                <a:t>BACK TO AGENDA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723739" y="7584178"/>
            <a:ext cx="5590627" cy="2344141"/>
            <a:chOff x="0" y="0"/>
            <a:chExt cx="4217650" cy="176845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217650" cy="1768453"/>
            </a:xfrm>
            <a:custGeom>
              <a:avLst/>
              <a:gdLst/>
              <a:ahLst/>
              <a:cxnLst/>
              <a:rect r="r" b="b" t="t" l="l"/>
              <a:pathLst>
                <a:path h="1768453" w="4217650">
                  <a:moveTo>
                    <a:pt x="0" y="0"/>
                  </a:moveTo>
                  <a:lnTo>
                    <a:pt x="4217650" y="0"/>
                  </a:lnTo>
                  <a:lnTo>
                    <a:pt x="4217650" y="1768453"/>
                  </a:lnTo>
                  <a:lnTo>
                    <a:pt x="0" y="1768453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4217650" cy="1797028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just">
                <a:lnSpc>
                  <a:spcPts val="2520"/>
                </a:lnSpc>
              </a:pPr>
              <a:r>
                <a:rPr lang="en-US" sz="1800" b="true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Tip:</a:t>
              </a:r>
              <a:r>
                <a:rPr lang="en-US" sz="18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Use links to go to the research materials cited in your thesis presentation.</a:t>
              </a:r>
            </a:p>
            <a:p>
              <a:pPr algn="just">
                <a:lnSpc>
                  <a:spcPts val="2520"/>
                </a:lnSpc>
              </a:pPr>
            </a:p>
            <a:p>
              <a:pPr algn="just">
                <a:lnSpc>
                  <a:spcPts val="2520"/>
                </a:lnSpc>
              </a:pPr>
              <a:r>
                <a:rPr lang="en-US" b="true" sz="1800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How:</a:t>
              </a:r>
              <a:r>
                <a:rPr lang="en-US" b="true" sz="1800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Highlight text, click on the link symbol on the toolbar, and paste the link of the document or material that you want to connect. 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-4335206" y="-6972227"/>
            <a:ext cx="10756437" cy="10736880"/>
          </a:xfrm>
          <a:custGeom>
            <a:avLst/>
            <a:gdLst/>
            <a:ahLst/>
            <a:cxnLst/>
            <a:rect r="r" b="b" t="t" l="l"/>
            <a:pathLst>
              <a:path h="10736880" w="10756437">
                <a:moveTo>
                  <a:pt x="0" y="0"/>
                </a:moveTo>
                <a:lnTo>
                  <a:pt x="10756437" y="0"/>
                </a:lnTo>
                <a:lnTo>
                  <a:pt x="10756437" y="10736880"/>
                </a:lnTo>
                <a:lnTo>
                  <a:pt x="0" y="107368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028700" y="4288528"/>
            <a:ext cx="2012099" cy="1962150"/>
            <a:chOff x="0" y="0"/>
            <a:chExt cx="2682799" cy="2616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0" y="2268004"/>
              <a:ext cx="2682799" cy="348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83"/>
                </a:lnSpc>
                <a:spcBef>
                  <a:spcPct val="0"/>
                </a:spcBef>
              </a:pPr>
              <a:r>
                <a:rPr lang="en-US" sz="1631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25181"/>
            <a:ext cx="1083545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0"/>
              </a:lnSpc>
            </a:pPr>
            <a:r>
              <a:rPr lang="en-US" sz="9000" b="true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Whiteboard Page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603645" y="2676758"/>
            <a:ext cx="12655655" cy="5208654"/>
            <a:chOff x="0" y="0"/>
            <a:chExt cx="9547608" cy="392948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47609" cy="3929483"/>
            </a:xfrm>
            <a:custGeom>
              <a:avLst/>
              <a:gdLst/>
              <a:ahLst/>
              <a:cxnLst/>
              <a:rect r="r" b="b" t="t" l="l"/>
              <a:pathLst>
                <a:path h="3929483" w="9547609">
                  <a:moveTo>
                    <a:pt x="0" y="0"/>
                  </a:moveTo>
                  <a:lnTo>
                    <a:pt x="9547609" y="0"/>
                  </a:lnTo>
                  <a:lnTo>
                    <a:pt x="9547609" y="3929483"/>
                  </a:lnTo>
                  <a:lnTo>
                    <a:pt x="0" y="3929483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9547608" cy="3958058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5007385" y="6594103"/>
            <a:ext cx="840801" cy="840798"/>
            <a:chOff x="0" y="0"/>
            <a:chExt cx="6350000" cy="63499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0" t="-11024" r="0" b="-38975"/>
              </a:stretch>
            </a:blipFill>
          </p:spPr>
        </p:sp>
      </p:grp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6026027" y="6594103"/>
            <a:ext cx="840801" cy="840798"/>
            <a:chOff x="0" y="0"/>
            <a:chExt cx="6350000" cy="634997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0" t="-11024" r="0" b="-38975"/>
              </a:stretch>
            </a:blip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7044669" y="6594103"/>
            <a:ext cx="840801" cy="840798"/>
            <a:chOff x="0" y="0"/>
            <a:chExt cx="6350000" cy="634997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4"/>
              <a:stretch>
                <a:fillRect l="-11646" t="-11024" r="-6271" b="-6585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79403" y="3049503"/>
            <a:ext cx="2506383" cy="1315879"/>
            <a:chOff x="0" y="0"/>
            <a:chExt cx="1035847" cy="54383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35847" cy="543831"/>
            </a:xfrm>
            <a:custGeom>
              <a:avLst/>
              <a:gdLst/>
              <a:ahLst/>
              <a:cxnLst/>
              <a:rect r="r" b="b" t="t" l="l"/>
              <a:pathLst>
                <a:path h="543831" w="1035847">
                  <a:moveTo>
                    <a:pt x="0" y="0"/>
                  </a:moveTo>
                  <a:lnTo>
                    <a:pt x="1035847" y="0"/>
                  </a:lnTo>
                  <a:lnTo>
                    <a:pt x="1035847" y="543831"/>
                  </a:lnTo>
                  <a:lnTo>
                    <a:pt x="0" y="543831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035847" cy="5724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a note here</a:t>
              </a:r>
            </a:p>
          </p:txBody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11864155" y="3707442"/>
            <a:ext cx="1055971" cy="1055967"/>
            <a:chOff x="0" y="0"/>
            <a:chExt cx="6350000" cy="63499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 l="-24823" t="-51107" r="0" b="-36128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3741097" y="5281085"/>
            <a:ext cx="1966688" cy="1966688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Write a note here</a:t>
              </a:r>
            </a:p>
          </p:txBody>
        </p:sp>
      </p:grpSp>
      <p:grpSp>
        <p:nvGrpSpPr>
          <p:cNvPr name="Group 20" id="20"/>
          <p:cNvGrpSpPr>
            <a:grpSpLocks noChangeAspect="true"/>
          </p:cNvGrpSpPr>
          <p:nvPr/>
        </p:nvGrpSpPr>
        <p:grpSpPr>
          <a:xfrm rot="0">
            <a:off x="15192145" y="6553735"/>
            <a:ext cx="840801" cy="840798"/>
            <a:chOff x="0" y="0"/>
            <a:chExt cx="6350000" cy="63499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6"/>
              <a:stretch>
                <a:fillRect l="-24999" t="0" r="-24999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603645" y="8097746"/>
            <a:ext cx="12655655" cy="1401166"/>
            <a:chOff x="0" y="0"/>
            <a:chExt cx="9547608" cy="105705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547609" cy="1057060"/>
            </a:xfrm>
            <a:custGeom>
              <a:avLst/>
              <a:gdLst/>
              <a:ahLst/>
              <a:cxnLst/>
              <a:rect r="r" b="b" t="t" l="l"/>
              <a:pathLst>
                <a:path h="1057060" w="9547609">
                  <a:moveTo>
                    <a:pt x="0" y="0"/>
                  </a:moveTo>
                  <a:lnTo>
                    <a:pt x="9547609" y="0"/>
                  </a:lnTo>
                  <a:lnTo>
                    <a:pt x="9547609" y="1057060"/>
                  </a:lnTo>
                  <a:lnTo>
                    <a:pt x="0" y="1057060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9547608" cy="1085634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  <a:r>
                <a:rPr lang="en-US" sz="1800" b="true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Tip:</a:t>
              </a:r>
              <a:r>
                <a:rPr lang="en-US" sz="18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Collaboration makes teamwork easier! Click "Share" and invite your teammates to fill this up. Use this whiteboard page for bulletins, brainstorms, and other fun team ideas! 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28700" y="8940718"/>
            <a:ext cx="2982603" cy="558194"/>
            <a:chOff x="0" y="0"/>
            <a:chExt cx="3976804" cy="744259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28" id="28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7" action="ppaction://hlinksldjump"/>
                </a:rPr>
                <a:t>BACK TO AGENDA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03194" y="2676758"/>
            <a:ext cx="2233615" cy="2233615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812800" cy="8413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Copy a note, drag to the board, and write your ideas.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03194" y="5319465"/>
            <a:ext cx="2233615" cy="2233615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Copy a note, drag to the board, and write your ideas.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20736" y="6675804"/>
            <a:ext cx="6131240" cy="1715491"/>
            <a:chOff x="0" y="0"/>
            <a:chExt cx="4625495" cy="129419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25496" cy="1294191"/>
            </a:xfrm>
            <a:custGeom>
              <a:avLst/>
              <a:gdLst/>
              <a:ahLst/>
              <a:cxnLst/>
              <a:rect r="r" b="b" t="t" l="l"/>
              <a:pathLst>
                <a:path h="1294191" w="4625496">
                  <a:moveTo>
                    <a:pt x="0" y="0"/>
                  </a:moveTo>
                  <a:lnTo>
                    <a:pt x="4625496" y="0"/>
                  </a:lnTo>
                  <a:lnTo>
                    <a:pt x="4625496" y="1294191"/>
                  </a:lnTo>
                  <a:lnTo>
                    <a:pt x="0" y="1294191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625495" cy="1322766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  <a:r>
                <a:rPr lang="en-US" sz="1800" b="true">
                  <a:solidFill>
                    <a:srgbClr val="FF68D4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Tip:</a:t>
              </a:r>
              <a:r>
                <a:rPr lang="en-US" sz="18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Collaboration makes teamwork easier! Click "Share" and invite your teammates to fill this up. Use this whiteboard page for bulletins, brainstorms, and other fun team ideas! 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164409" y="4212229"/>
            <a:ext cx="3523234" cy="1500320"/>
            <a:chOff x="0" y="0"/>
            <a:chExt cx="812800" cy="3461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346119"/>
            </a:xfrm>
            <a:custGeom>
              <a:avLst/>
              <a:gdLst/>
              <a:ahLst/>
              <a:cxnLst/>
              <a:rect r="r" b="b" t="t" l="l"/>
              <a:pathLst>
                <a:path h="346119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46119"/>
                  </a:lnTo>
                  <a:lnTo>
                    <a:pt x="0" y="346119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12800" cy="384219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3499"/>
                </a:lnSpc>
              </a:pPr>
              <a:r>
                <a:rPr lang="en-US" sz="24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a main topic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99560" y="4417227"/>
            <a:ext cx="1742542" cy="1090322"/>
            <a:chOff x="0" y="0"/>
            <a:chExt cx="851072" cy="5325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51072" cy="532522"/>
            </a:xfrm>
            <a:custGeom>
              <a:avLst/>
              <a:gdLst/>
              <a:ahLst/>
              <a:cxnLst/>
              <a:rect r="r" b="b" t="t" l="l"/>
              <a:pathLst>
                <a:path h="532522" w="851072">
                  <a:moveTo>
                    <a:pt x="0" y="0"/>
                  </a:moveTo>
                  <a:lnTo>
                    <a:pt x="851072" y="0"/>
                  </a:lnTo>
                  <a:lnTo>
                    <a:pt x="851072" y="532522"/>
                  </a:lnTo>
                  <a:lnTo>
                    <a:pt x="0" y="53252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851072" cy="56109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a related idea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958385" y="2343971"/>
            <a:ext cx="1935282" cy="1090322"/>
            <a:chOff x="0" y="0"/>
            <a:chExt cx="945208" cy="53252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45208" cy="532522"/>
            </a:xfrm>
            <a:custGeom>
              <a:avLst/>
              <a:gdLst/>
              <a:ahLst/>
              <a:cxnLst/>
              <a:rect r="r" b="b" t="t" l="l"/>
              <a:pathLst>
                <a:path h="532522" w="945208">
                  <a:moveTo>
                    <a:pt x="0" y="0"/>
                  </a:moveTo>
                  <a:lnTo>
                    <a:pt x="945208" y="0"/>
                  </a:lnTo>
                  <a:lnTo>
                    <a:pt x="945208" y="532522"/>
                  </a:lnTo>
                  <a:lnTo>
                    <a:pt x="0" y="53252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945208" cy="56109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a related idea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933362" y="6578386"/>
            <a:ext cx="1985329" cy="1090322"/>
            <a:chOff x="0" y="0"/>
            <a:chExt cx="969651" cy="53252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69651" cy="532522"/>
            </a:xfrm>
            <a:custGeom>
              <a:avLst/>
              <a:gdLst/>
              <a:ahLst/>
              <a:cxnLst/>
              <a:rect r="r" b="b" t="t" l="l"/>
              <a:pathLst>
                <a:path h="532522" w="969651">
                  <a:moveTo>
                    <a:pt x="0" y="0"/>
                  </a:moveTo>
                  <a:lnTo>
                    <a:pt x="969651" y="0"/>
                  </a:lnTo>
                  <a:lnTo>
                    <a:pt x="969651" y="532522"/>
                  </a:lnTo>
                  <a:lnTo>
                    <a:pt x="0" y="53252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969651" cy="56109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a related idea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709950" y="4417227"/>
            <a:ext cx="1742542" cy="1090322"/>
            <a:chOff x="0" y="0"/>
            <a:chExt cx="851072" cy="53252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51072" cy="532522"/>
            </a:xfrm>
            <a:custGeom>
              <a:avLst/>
              <a:gdLst/>
              <a:ahLst/>
              <a:cxnLst/>
              <a:rect r="r" b="b" t="t" l="l"/>
              <a:pathLst>
                <a:path h="532522" w="851072">
                  <a:moveTo>
                    <a:pt x="0" y="0"/>
                  </a:moveTo>
                  <a:lnTo>
                    <a:pt x="851072" y="0"/>
                  </a:lnTo>
                  <a:lnTo>
                    <a:pt x="851072" y="532522"/>
                  </a:lnTo>
                  <a:lnTo>
                    <a:pt x="0" y="53252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851072" cy="56109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a related idea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6142102" y="4952863"/>
            <a:ext cx="102230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>
            <a:off x="8537058" y="3813736"/>
            <a:ext cx="777935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2" id="22"/>
          <p:cNvSpPr/>
          <p:nvPr/>
        </p:nvSpPr>
        <p:spPr>
          <a:xfrm>
            <a:off x="8493107" y="6135942"/>
            <a:ext cx="86583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10373141" y="2441390"/>
            <a:ext cx="2272258" cy="895485"/>
            <a:chOff x="0" y="0"/>
            <a:chExt cx="1109790" cy="43736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09790" cy="437362"/>
            </a:xfrm>
            <a:custGeom>
              <a:avLst/>
              <a:gdLst/>
              <a:ahLst/>
              <a:cxnLst/>
              <a:rect r="r" b="b" t="t" l="l"/>
              <a:pathLst>
                <a:path h="437362" w="1109790">
                  <a:moveTo>
                    <a:pt x="0" y="0"/>
                  </a:moveTo>
                  <a:lnTo>
                    <a:pt x="1109790" y="0"/>
                  </a:lnTo>
                  <a:lnTo>
                    <a:pt x="1109790" y="437362"/>
                  </a:lnTo>
                  <a:lnTo>
                    <a:pt x="0" y="43736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28575"/>
              <a:ext cx="1109790" cy="46593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more sub-ideas</a:t>
              </a:r>
            </a:p>
          </p:txBody>
        </p:sp>
      </p:grpSp>
      <p:sp>
        <p:nvSpPr>
          <p:cNvPr name="AutoShape 26" id="26"/>
          <p:cNvSpPr/>
          <p:nvPr/>
        </p:nvSpPr>
        <p:spPr>
          <a:xfrm>
            <a:off x="9893667" y="2879607"/>
            <a:ext cx="479474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7" id="27"/>
          <p:cNvGrpSpPr/>
          <p:nvPr/>
        </p:nvGrpSpPr>
        <p:grpSpPr>
          <a:xfrm rot="0">
            <a:off x="10566038" y="905248"/>
            <a:ext cx="1867414" cy="1023176"/>
            <a:chOff x="0" y="0"/>
            <a:chExt cx="912060" cy="49972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12060" cy="499727"/>
            </a:xfrm>
            <a:custGeom>
              <a:avLst/>
              <a:gdLst/>
              <a:ahLst/>
              <a:cxnLst/>
              <a:rect r="r" b="b" t="t" l="l"/>
              <a:pathLst>
                <a:path h="499727" w="912060">
                  <a:moveTo>
                    <a:pt x="0" y="0"/>
                  </a:moveTo>
                  <a:lnTo>
                    <a:pt x="912060" y="0"/>
                  </a:lnTo>
                  <a:lnTo>
                    <a:pt x="912060" y="499727"/>
                  </a:lnTo>
                  <a:lnTo>
                    <a:pt x="0" y="499727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912060" cy="528302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even more sub-ideas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3277386" y="2431865"/>
            <a:ext cx="1863094" cy="1023176"/>
            <a:chOff x="0" y="0"/>
            <a:chExt cx="909951" cy="49972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09951" cy="499727"/>
            </a:xfrm>
            <a:custGeom>
              <a:avLst/>
              <a:gdLst/>
              <a:ahLst/>
              <a:cxnLst/>
              <a:rect r="r" b="b" t="t" l="l"/>
              <a:pathLst>
                <a:path h="499727" w="909951">
                  <a:moveTo>
                    <a:pt x="0" y="0"/>
                  </a:moveTo>
                  <a:lnTo>
                    <a:pt x="909951" y="0"/>
                  </a:lnTo>
                  <a:lnTo>
                    <a:pt x="909951" y="499727"/>
                  </a:lnTo>
                  <a:lnTo>
                    <a:pt x="0" y="499727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909951" cy="528302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even more sub-ideas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150070" y="6675804"/>
            <a:ext cx="2272258" cy="895485"/>
            <a:chOff x="0" y="0"/>
            <a:chExt cx="1109790" cy="437362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09790" cy="437362"/>
            </a:xfrm>
            <a:custGeom>
              <a:avLst/>
              <a:gdLst/>
              <a:ahLst/>
              <a:cxnLst/>
              <a:rect r="r" b="b" t="t" l="l"/>
              <a:pathLst>
                <a:path h="437362" w="1109790">
                  <a:moveTo>
                    <a:pt x="0" y="0"/>
                  </a:moveTo>
                  <a:lnTo>
                    <a:pt x="1109790" y="0"/>
                  </a:lnTo>
                  <a:lnTo>
                    <a:pt x="1109790" y="437362"/>
                  </a:lnTo>
                  <a:lnTo>
                    <a:pt x="0" y="43736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28575"/>
              <a:ext cx="1109790" cy="46593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more sub-ideas</a:t>
              </a:r>
            </a:p>
          </p:txBody>
        </p:sp>
      </p:grpSp>
      <p:sp>
        <p:nvSpPr>
          <p:cNvPr name="AutoShape 36" id="36"/>
          <p:cNvSpPr/>
          <p:nvPr/>
        </p:nvSpPr>
        <p:spPr>
          <a:xfrm>
            <a:off x="7422328" y="7114022"/>
            <a:ext cx="511033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7" id="37"/>
          <p:cNvGrpSpPr/>
          <p:nvPr/>
        </p:nvGrpSpPr>
        <p:grpSpPr>
          <a:xfrm rot="0">
            <a:off x="7789897" y="8211946"/>
            <a:ext cx="2272258" cy="895485"/>
            <a:chOff x="0" y="0"/>
            <a:chExt cx="1109790" cy="43736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109790" cy="437362"/>
            </a:xfrm>
            <a:custGeom>
              <a:avLst/>
              <a:gdLst/>
              <a:ahLst/>
              <a:cxnLst/>
              <a:rect r="r" b="b" t="t" l="l"/>
              <a:pathLst>
                <a:path h="437362" w="1109790">
                  <a:moveTo>
                    <a:pt x="0" y="0"/>
                  </a:moveTo>
                  <a:lnTo>
                    <a:pt x="1109790" y="0"/>
                  </a:lnTo>
                  <a:lnTo>
                    <a:pt x="1109790" y="437362"/>
                  </a:lnTo>
                  <a:lnTo>
                    <a:pt x="0" y="43736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1109790" cy="46593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more sub-ideas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>
            <a:off x="8654407" y="7930802"/>
            <a:ext cx="54323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1" id="41"/>
          <p:cNvGrpSpPr/>
          <p:nvPr/>
        </p:nvGrpSpPr>
        <p:grpSpPr>
          <a:xfrm rot="0">
            <a:off x="3147520" y="6552121"/>
            <a:ext cx="1542902" cy="1289876"/>
            <a:chOff x="0" y="0"/>
            <a:chExt cx="753566" cy="62998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53566" cy="629986"/>
            </a:xfrm>
            <a:custGeom>
              <a:avLst/>
              <a:gdLst/>
              <a:ahLst/>
              <a:cxnLst/>
              <a:rect r="r" b="b" t="t" l="l"/>
              <a:pathLst>
                <a:path h="629986" w="753566">
                  <a:moveTo>
                    <a:pt x="0" y="0"/>
                  </a:moveTo>
                  <a:lnTo>
                    <a:pt x="753566" y="0"/>
                  </a:lnTo>
                  <a:lnTo>
                    <a:pt x="753566" y="629986"/>
                  </a:lnTo>
                  <a:lnTo>
                    <a:pt x="0" y="62998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753566" cy="65856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even more sub-ideas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5453703" y="8228968"/>
            <a:ext cx="1664992" cy="1289876"/>
            <a:chOff x="0" y="0"/>
            <a:chExt cx="813196" cy="62998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3196" cy="629986"/>
            </a:xfrm>
            <a:custGeom>
              <a:avLst/>
              <a:gdLst/>
              <a:ahLst/>
              <a:cxnLst/>
              <a:rect r="r" b="b" t="t" l="l"/>
              <a:pathLst>
                <a:path h="629986" w="813196">
                  <a:moveTo>
                    <a:pt x="0" y="0"/>
                  </a:moveTo>
                  <a:lnTo>
                    <a:pt x="813196" y="0"/>
                  </a:lnTo>
                  <a:lnTo>
                    <a:pt x="813196" y="629986"/>
                  </a:lnTo>
                  <a:lnTo>
                    <a:pt x="0" y="62998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813196" cy="65856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even more sub-ideas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>
            <a:off x="4690013" y="7127745"/>
            <a:ext cx="460467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8" id="48"/>
          <p:cNvSpPr/>
          <p:nvPr/>
        </p:nvSpPr>
        <p:spPr>
          <a:xfrm>
            <a:off x="5957360" y="7890604"/>
            <a:ext cx="657679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9" id="49"/>
          <p:cNvGrpSpPr/>
          <p:nvPr/>
        </p:nvGrpSpPr>
        <p:grpSpPr>
          <a:xfrm rot="0">
            <a:off x="7777991" y="905248"/>
            <a:ext cx="2272258" cy="895485"/>
            <a:chOff x="0" y="0"/>
            <a:chExt cx="1109790" cy="43736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109790" cy="437362"/>
            </a:xfrm>
            <a:custGeom>
              <a:avLst/>
              <a:gdLst/>
              <a:ahLst/>
              <a:cxnLst/>
              <a:rect r="r" b="b" t="t" l="l"/>
              <a:pathLst>
                <a:path h="437362" w="1109790">
                  <a:moveTo>
                    <a:pt x="0" y="0"/>
                  </a:moveTo>
                  <a:lnTo>
                    <a:pt x="1109790" y="0"/>
                  </a:lnTo>
                  <a:lnTo>
                    <a:pt x="1109790" y="437362"/>
                  </a:lnTo>
                  <a:lnTo>
                    <a:pt x="0" y="437362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1109790" cy="465937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100"/>
                </a:lnSpc>
              </a:pPr>
              <a:r>
                <a:rPr lang="en-US" sz="15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more sub-ideas</a:t>
              </a:r>
            </a:p>
          </p:txBody>
        </p:sp>
      </p:grpSp>
      <p:sp>
        <p:nvSpPr>
          <p:cNvPr name="AutoShape 52" id="52"/>
          <p:cNvSpPr/>
          <p:nvPr/>
        </p:nvSpPr>
        <p:spPr>
          <a:xfrm>
            <a:off x="8651124" y="2062827"/>
            <a:ext cx="54327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3" id="53"/>
          <p:cNvSpPr/>
          <p:nvPr/>
        </p:nvSpPr>
        <p:spPr>
          <a:xfrm>
            <a:off x="11250392" y="2175382"/>
            <a:ext cx="51298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4" id="54"/>
          <p:cNvSpPr/>
          <p:nvPr/>
        </p:nvSpPr>
        <p:spPr>
          <a:xfrm>
            <a:off x="12645209" y="2890586"/>
            <a:ext cx="63236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5" id="55"/>
          <p:cNvSpPr/>
          <p:nvPr/>
        </p:nvSpPr>
        <p:spPr>
          <a:xfrm>
            <a:off x="10687643" y="4952863"/>
            <a:ext cx="1022308" cy="19050"/>
          </a:xfrm>
          <a:prstGeom prst="line">
            <a:avLst/>
          </a:prstGeom>
          <a:ln cap="rnd" w="1905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56" id="56"/>
          <p:cNvSpPr txBox="true"/>
          <p:nvPr/>
        </p:nvSpPr>
        <p:spPr>
          <a:xfrm rot="0">
            <a:off x="1028700" y="1130807"/>
            <a:ext cx="4689016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Need a timer?</a:t>
            </a:r>
            <a:r>
              <a:rPr lang="en-US" sz="2000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 Find the clock symbol on the lower left and start brainstorming!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4669373" y="8844045"/>
            <a:ext cx="2982603" cy="558194"/>
            <a:chOff x="0" y="0"/>
            <a:chExt cx="3976804" cy="744259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60" id="60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2" action="ppaction://hlinksldjump"/>
                </a:rPr>
                <a:t>BACK TO AGENDA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811762" y="5773766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034743" y="-5525387"/>
            <a:ext cx="9042909" cy="9026468"/>
          </a:xfrm>
          <a:custGeom>
            <a:avLst/>
            <a:gdLst/>
            <a:ahLst/>
            <a:cxnLst/>
            <a:rect r="r" b="b" t="t" l="l"/>
            <a:pathLst>
              <a:path h="9026468" w="9042909">
                <a:moveTo>
                  <a:pt x="0" y="0"/>
                </a:moveTo>
                <a:lnTo>
                  <a:pt x="9042909" y="0"/>
                </a:lnTo>
                <a:lnTo>
                  <a:pt x="9042909" y="9026467"/>
                </a:lnTo>
                <a:lnTo>
                  <a:pt x="0" y="90264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05539" y="4831648"/>
            <a:ext cx="4952361" cy="3963007"/>
            <a:chOff x="0" y="0"/>
            <a:chExt cx="3736132" cy="29897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736132" cy="2989750"/>
            </a:xfrm>
            <a:custGeom>
              <a:avLst/>
              <a:gdLst/>
              <a:ahLst/>
              <a:cxnLst/>
              <a:rect r="r" b="b" t="t" l="l"/>
              <a:pathLst>
                <a:path h="298975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2989750"/>
                  </a:lnTo>
                  <a:lnTo>
                    <a:pt x="0" y="298975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3736132" cy="301832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667819" y="4831648"/>
            <a:ext cx="4952361" cy="3963007"/>
            <a:chOff x="0" y="0"/>
            <a:chExt cx="3736132" cy="29897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736132" cy="2989750"/>
            </a:xfrm>
            <a:custGeom>
              <a:avLst/>
              <a:gdLst/>
              <a:ahLst/>
              <a:cxnLst/>
              <a:rect r="r" b="b" t="t" l="l"/>
              <a:pathLst>
                <a:path h="298975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2989750"/>
                  </a:lnTo>
                  <a:lnTo>
                    <a:pt x="0" y="298975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3736132" cy="301832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306939" y="4831648"/>
            <a:ext cx="4952361" cy="3963007"/>
            <a:chOff x="0" y="0"/>
            <a:chExt cx="3736132" cy="29897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736132" cy="2989750"/>
            </a:xfrm>
            <a:custGeom>
              <a:avLst/>
              <a:gdLst/>
              <a:ahLst/>
              <a:cxnLst/>
              <a:rect r="r" b="b" t="t" l="l"/>
              <a:pathLst>
                <a:path h="2989750" w="3736132">
                  <a:moveTo>
                    <a:pt x="0" y="0"/>
                  </a:moveTo>
                  <a:lnTo>
                    <a:pt x="3736132" y="0"/>
                  </a:lnTo>
                  <a:lnTo>
                    <a:pt x="3736132" y="2989750"/>
                  </a:lnTo>
                  <a:lnTo>
                    <a:pt x="0" y="2989750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FF68D4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3736132" cy="301832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l">
                <a:lnSpc>
                  <a:spcPts val="25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38304" y="7272157"/>
            <a:ext cx="4086830" cy="839321"/>
            <a:chOff x="0" y="0"/>
            <a:chExt cx="5449107" cy="1119095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692785"/>
              <a:ext cx="5449107" cy="42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hello@reallygreatsite.com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-28575"/>
              <a:ext cx="5449107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Email</a:t>
              </a: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100585" y="7272157"/>
            <a:ext cx="4086830" cy="839321"/>
            <a:chOff x="0" y="0"/>
            <a:chExt cx="5449107" cy="1119095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692785"/>
              <a:ext cx="5449107" cy="42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@reallygreatsite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-28575"/>
              <a:ext cx="5449107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Social Media</a:t>
              </a: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 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739704" y="7272157"/>
            <a:ext cx="4086830" cy="839321"/>
            <a:chOff x="0" y="0"/>
            <a:chExt cx="5449107" cy="1119095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692785"/>
              <a:ext cx="5449107" cy="42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123-456-7890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-28575"/>
              <a:ext cx="5449107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20"/>
                </a:lnSpc>
              </a:pPr>
              <a:r>
                <a:rPr lang="en-US" sz="2400" b="true">
                  <a:solidFill>
                    <a:srgbClr val="000000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Call us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38304" y="5499509"/>
            <a:ext cx="1210897" cy="1210897"/>
            <a:chOff x="0" y="0"/>
            <a:chExt cx="6350000" cy="635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68D4"/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1788494" y="5571317"/>
            <a:ext cx="710518" cy="533640"/>
          </a:xfrm>
          <a:custGeom>
            <a:avLst/>
            <a:gdLst/>
            <a:ahLst/>
            <a:cxnLst/>
            <a:rect r="r" b="b" t="t" l="l"/>
            <a:pathLst>
              <a:path h="533640" w="710518">
                <a:moveTo>
                  <a:pt x="0" y="0"/>
                </a:moveTo>
                <a:lnTo>
                  <a:pt x="710517" y="0"/>
                </a:lnTo>
                <a:lnTo>
                  <a:pt x="710517" y="533641"/>
                </a:lnTo>
                <a:lnTo>
                  <a:pt x="0" y="5336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7100585" y="5499509"/>
            <a:ext cx="1210897" cy="1210897"/>
            <a:chOff x="0" y="0"/>
            <a:chExt cx="1614529" cy="1614529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1614529" cy="1614529"/>
              <a:chOff x="0" y="0"/>
              <a:chExt cx="6350000" cy="63500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325483" y="275104"/>
              <a:ext cx="963563" cy="960059"/>
            </a:xfrm>
            <a:custGeom>
              <a:avLst/>
              <a:gdLst/>
              <a:ahLst/>
              <a:cxnLst/>
              <a:rect r="r" b="b" t="t" l="l"/>
              <a:pathLst>
                <a:path h="960059" w="963563">
                  <a:moveTo>
                    <a:pt x="0" y="0"/>
                  </a:moveTo>
                  <a:lnTo>
                    <a:pt x="963563" y="0"/>
                  </a:lnTo>
                  <a:lnTo>
                    <a:pt x="963563" y="960059"/>
                  </a:lnTo>
                  <a:lnTo>
                    <a:pt x="0" y="960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5266867" y="2943225"/>
            <a:ext cx="775426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b="true" sz="9000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Get In Touch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739704" y="5499509"/>
            <a:ext cx="1210897" cy="1210897"/>
            <a:chOff x="0" y="0"/>
            <a:chExt cx="1614529" cy="1614529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1614529" cy="1614529"/>
              <a:chOff x="0" y="0"/>
              <a:chExt cx="6350000" cy="63500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Freeform 33" id="33"/>
            <p:cNvSpPr/>
            <p:nvPr/>
          </p:nvSpPr>
          <p:spPr>
            <a:xfrm flipH="false" flipV="false" rot="0">
              <a:off x="241911" y="415555"/>
              <a:ext cx="1130662" cy="747470"/>
            </a:xfrm>
            <a:custGeom>
              <a:avLst/>
              <a:gdLst/>
              <a:ahLst/>
              <a:cxnLst/>
              <a:rect r="r" b="b" t="t" l="l"/>
              <a:pathLst>
                <a:path h="747470" w="1130662">
                  <a:moveTo>
                    <a:pt x="0" y="0"/>
                  </a:moveTo>
                  <a:lnTo>
                    <a:pt x="1130662" y="0"/>
                  </a:lnTo>
                  <a:lnTo>
                    <a:pt x="1130662" y="747470"/>
                  </a:lnTo>
                  <a:lnTo>
                    <a:pt x="0" y="747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137950" y="629466"/>
            <a:ext cx="2012099" cy="1950875"/>
            <a:chOff x="0" y="0"/>
            <a:chExt cx="2682799" cy="260116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392766" y="0"/>
              <a:ext cx="1897267" cy="1893817"/>
            </a:xfrm>
            <a:custGeom>
              <a:avLst/>
              <a:gdLst/>
              <a:ahLst/>
              <a:cxnLst/>
              <a:rect r="r" b="b" t="t" l="l"/>
              <a:pathLst>
                <a:path h="1893817" w="1897267">
                  <a:moveTo>
                    <a:pt x="0" y="0"/>
                  </a:moveTo>
                  <a:lnTo>
                    <a:pt x="1897267" y="0"/>
                  </a:lnTo>
                  <a:lnTo>
                    <a:pt x="1897267" y="1893817"/>
                  </a:lnTo>
                  <a:lnTo>
                    <a:pt x="0" y="18938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 rot="0">
              <a:off x="0" y="2258479"/>
              <a:ext cx="2682799" cy="342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9"/>
                </a:lnSpc>
                <a:spcBef>
                  <a:spcPct val="0"/>
                </a:spcBef>
              </a:pPr>
              <a:r>
                <a:rPr lang="en-US" sz="1599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Add Company Name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4276697" y="9074453"/>
            <a:ext cx="2982603" cy="558194"/>
            <a:chOff x="0" y="0"/>
            <a:chExt cx="3976804" cy="744259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3976804" cy="744259"/>
              <a:chOff x="0" y="0"/>
              <a:chExt cx="6897394" cy="1290848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6897394" cy="1290848"/>
              </a:xfrm>
              <a:custGeom>
                <a:avLst/>
                <a:gdLst/>
                <a:ahLst/>
                <a:cxnLst/>
                <a:rect r="r" b="b" t="t" l="l"/>
                <a:pathLst>
                  <a:path h="1290848" w="6897394">
                    <a:moveTo>
                      <a:pt x="0" y="0"/>
                    </a:moveTo>
                    <a:lnTo>
                      <a:pt x="0" y="1290848"/>
                    </a:lnTo>
                    <a:lnTo>
                      <a:pt x="6897394" y="1290848"/>
                    </a:lnTo>
                    <a:lnTo>
                      <a:pt x="6897394" y="0"/>
                    </a:lnTo>
                    <a:lnTo>
                      <a:pt x="0" y="0"/>
                    </a:lnTo>
                    <a:close/>
                    <a:moveTo>
                      <a:pt x="6836434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6836434" y="59690"/>
                    </a:lnTo>
                    <a:lnTo>
                      <a:pt x="6836434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name="TextBox 40" id="40"/>
            <p:cNvSpPr txBox="true"/>
            <p:nvPr/>
          </p:nvSpPr>
          <p:spPr>
            <a:xfrm rot="0">
              <a:off x="448728" y="180995"/>
              <a:ext cx="3079349" cy="37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8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  <a:hlinkClick r:id="rId12" action="ppaction://hlinksldjump"/>
                </a:rPr>
                <a:t>BACK TO AGENDA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4510625"/>
            <a:ext cx="4756323" cy="4747675"/>
          </a:xfrm>
          <a:custGeom>
            <a:avLst/>
            <a:gdLst/>
            <a:ahLst/>
            <a:cxnLst/>
            <a:rect r="r" b="b" t="t" l="l"/>
            <a:pathLst>
              <a:path h="4747675" w="4756323">
                <a:moveTo>
                  <a:pt x="0" y="0"/>
                </a:moveTo>
                <a:lnTo>
                  <a:pt x="4756323" y="0"/>
                </a:lnTo>
                <a:lnTo>
                  <a:pt x="4756323" y="4747675"/>
                </a:lnTo>
                <a:lnTo>
                  <a:pt x="0" y="47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51747" y="4510625"/>
            <a:ext cx="4739043" cy="4747675"/>
          </a:xfrm>
          <a:custGeom>
            <a:avLst/>
            <a:gdLst/>
            <a:ahLst/>
            <a:cxnLst/>
            <a:rect r="r" b="b" t="t" l="l"/>
            <a:pathLst>
              <a:path h="4747675" w="4739043">
                <a:moveTo>
                  <a:pt x="0" y="0"/>
                </a:moveTo>
                <a:lnTo>
                  <a:pt x="4739043" y="0"/>
                </a:lnTo>
                <a:lnTo>
                  <a:pt x="4739043" y="4747675"/>
                </a:lnTo>
                <a:lnTo>
                  <a:pt x="0" y="47476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857540" y="4510625"/>
            <a:ext cx="4739043" cy="4747675"/>
          </a:xfrm>
          <a:custGeom>
            <a:avLst/>
            <a:gdLst/>
            <a:ahLst/>
            <a:cxnLst/>
            <a:rect r="r" b="b" t="t" l="l"/>
            <a:pathLst>
              <a:path h="4747675" w="4739043">
                <a:moveTo>
                  <a:pt x="0" y="0"/>
                </a:moveTo>
                <a:lnTo>
                  <a:pt x="4739043" y="0"/>
                </a:lnTo>
                <a:lnTo>
                  <a:pt x="4739043" y="4747675"/>
                </a:lnTo>
                <a:lnTo>
                  <a:pt x="0" y="47476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340354" y="1028700"/>
            <a:ext cx="9607293" cy="2168172"/>
            <a:chOff x="0" y="0"/>
            <a:chExt cx="12809724" cy="2890896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0"/>
              <a:ext cx="12809724" cy="182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800"/>
                </a:lnSpc>
              </a:pP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Resource</a:t>
              </a: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 Page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909821"/>
              <a:ext cx="12809724" cy="981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Use these design resources in your Canva Presentation. Happy designing!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  <a:p>
              <a:pPr algn="ctr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Don't forget to delete this page before presenting. 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340354" y="1028700"/>
            <a:ext cx="9607293" cy="2168172"/>
            <a:chOff x="0" y="0"/>
            <a:chExt cx="12809724" cy="2890896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0"/>
              <a:ext cx="12809724" cy="182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800"/>
                </a:lnSpc>
              </a:pP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Resource</a:t>
              </a: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 Page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09821"/>
              <a:ext cx="12809724" cy="981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Use these design resources in your Canva Presentation. Happy designing!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  <a:p>
              <a:pPr algn="ctr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Don't forget to delete this page before presenting. 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972823" y="6213746"/>
            <a:ext cx="980283" cy="276262"/>
          </a:xfrm>
          <a:custGeom>
            <a:avLst/>
            <a:gdLst/>
            <a:ahLst/>
            <a:cxnLst/>
            <a:rect r="r" b="b" t="t" l="l"/>
            <a:pathLst>
              <a:path h="276262" w="980283">
                <a:moveTo>
                  <a:pt x="0" y="0"/>
                </a:moveTo>
                <a:lnTo>
                  <a:pt x="980283" y="0"/>
                </a:lnTo>
                <a:lnTo>
                  <a:pt x="980283" y="276261"/>
                </a:lnTo>
                <a:lnTo>
                  <a:pt x="0" y="2762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608931" y="4296124"/>
            <a:ext cx="879662" cy="879662"/>
          </a:xfrm>
          <a:custGeom>
            <a:avLst/>
            <a:gdLst/>
            <a:ahLst/>
            <a:cxnLst/>
            <a:rect r="r" b="b" t="t" l="l"/>
            <a:pathLst>
              <a:path h="879662" w="879662">
                <a:moveTo>
                  <a:pt x="0" y="0"/>
                </a:moveTo>
                <a:lnTo>
                  <a:pt x="879662" y="0"/>
                </a:lnTo>
                <a:lnTo>
                  <a:pt x="879662" y="879662"/>
                </a:lnTo>
                <a:lnTo>
                  <a:pt x="0" y="8796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771524" y="4149177"/>
            <a:ext cx="838559" cy="1173556"/>
          </a:xfrm>
          <a:custGeom>
            <a:avLst/>
            <a:gdLst/>
            <a:ahLst/>
            <a:cxnLst/>
            <a:rect r="r" b="b" t="t" l="l"/>
            <a:pathLst>
              <a:path h="1173556" w="838559">
                <a:moveTo>
                  <a:pt x="0" y="0"/>
                </a:moveTo>
                <a:lnTo>
                  <a:pt x="838559" y="0"/>
                </a:lnTo>
                <a:lnTo>
                  <a:pt x="838559" y="1173556"/>
                </a:lnTo>
                <a:lnTo>
                  <a:pt x="0" y="117355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546720" y="7621216"/>
            <a:ext cx="1173556" cy="785215"/>
          </a:xfrm>
          <a:custGeom>
            <a:avLst/>
            <a:gdLst/>
            <a:ahLst/>
            <a:cxnLst/>
            <a:rect r="r" b="b" t="t" l="l"/>
            <a:pathLst>
              <a:path h="785215" w="1173556">
                <a:moveTo>
                  <a:pt x="0" y="0"/>
                </a:moveTo>
                <a:lnTo>
                  <a:pt x="1173555" y="0"/>
                </a:lnTo>
                <a:lnTo>
                  <a:pt x="1173555" y="785216"/>
                </a:lnTo>
                <a:lnTo>
                  <a:pt x="0" y="7852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205210" y="7586996"/>
            <a:ext cx="1173556" cy="853656"/>
          </a:xfrm>
          <a:custGeom>
            <a:avLst/>
            <a:gdLst/>
            <a:ahLst/>
            <a:cxnLst/>
            <a:rect r="r" b="b" t="t" l="l"/>
            <a:pathLst>
              <a:path h="853656" w="1173556">
                <a:moveTo>
                  <a:pt x="0" y="0"/>
                </a:moveTo>
                <a:lnTo>
                  <a:pt x="1173556" y="0"/>
                </a:lnTo>
                <a:lnTo>
                  <a:pt x="1173556" y="853656"/>
                </a:lnTo>
                <a:lnTo>
                  <a:pt x="0" y="8536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723515" y="5795241"/>
            <a:ext cx="886568" cy="1113270"/>
          </a:xfrm>
          <a:custGeom>
            <a:avLst/>
            <a:gdLst/>
            <a:ahLst/>
            <a:cxnLst/>
            <a:rect r="r" b="b" t="t" l="l"/>
            <a:pathLst>
              <a:path h="1113270" w="886568">
                <a:moveTo>
                  <a:pt x="0" y="0"/>
                </a:moveTo>
                <a:lnTo>
                  <a:pt x="886568" y="0"/>
                </a:lnTo>
                <a:lnTo>
                  <a:pt x="886568" y="1113271"/>
                </a:lnTo>
                <a:lnTo>
                  <a:pt x="0" y="111327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777777" y="5734956"/>
            <a:ext cx="541969" cy="1173556"/>
          </a:xfrm>
          <a:custGeom>
            <a:avLst/>
            <a:gdLst/>
            <a:ahLst/>
            <a:cxnLst/>
            <a:rect r="r" b="b" t="t" l="l"/>
            <a:pathLst>
              <a:path h="1173556" w="541969">
                <a:moveTo>
                  <a:pt x="0" y="0"/>
                </a:moveTo>
                <a:lnTo>
                  <a:pt x="541969" y="0"/>
                </a:lnTo>
                <a:lnTo>
                  <a:pt x="541969" y="1173556"/>
                </a:lnTo>
                <a:lnTo>
                  <a:pt x="0" y="117355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489051" y="7439849"/>
            <a:ext cx="1173556" cy="1147951"/>
          </a:xfrm>
          <a:custGeom>
            <a:avLst/>
            <a:gdLst/>
            <a:ahLst/>
            <a:cxnLst/>
            <a:rect r="r" b="b" t="t" l="l"/>
            <a:pathLst>
              <a:path h="1147951" w="1173556">
                <a:moveTo>
                  <a:pt x="0" y="0"/>
                </a:moveTo>
                <a:lnTo>
                  <a:pt x="1173556" y="0"/>
                </a:lnTo>
                <a:lnTo>
                  <a:pt x="1173556" y="1147950"/>
                </a:lnTo>
                <a:lnTo>
                  <a:pt x="0" y="114795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567725" y="7427046"/>
            <a:ext cx="1173556" cy="1173556"/>
          </a:xfrm>
          <a:custGeom>
            <a:avLst/>
            <a:gdLst/>
            <a:ahLst/>
            <a:cxnLst/>
            <a:rect r="r" b="b" t="t" l="l"/>
            <a:pathLst>
              <a:path h="1173556" w="1173556">
                <a:moveTo>
                  <a:pt x="0" y="0"/>
                </a:moveTo>
                <a:lnTo>
                  <a:pt x="1173555" y="0"/>
                </a:lnTo>
                <a:lnTo>
                  <a:pt x="1173555" y="1173556"/>
                </a:lnTo>
                <a:lnTo>
                  <a:pt x="0" y="117355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102141" y="7427046"/>
            <a:ext cx="721203" cy="1173556"/>
          </a:xfrm>
          <a:custGeom>
            <a:avLst/>
            <a:gdLst/>
            <a:ahLst/>
            <a:cxnLst/>
            <a:rect r="r" b="b" t="t" l="l"/>
            <a:pathLst>
              <a:path h="1173556" w="721203">
                <a:moveTo>
                  <a:pt x="0" y="0"/>
                </a:moveTo>
                <a:lnTo>
                  <a:pt x="721203" y="0"/>
                </a:lnTo>
                <a:lnTo>
                  <a:pt x="721203" y="1173556"/>
                </a:lnTo>
                <a:lnTo>
                  <a:pt x="0" y="117355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996892" y="5887868"/>
            <a:ext cx="1000528" cy="867731"/>
          </a:xfrm>
          <a:custGeom>
            <a:avLst/>
            <a:gdLst/>
            <a:ahLst/>
            <a:cxnLst/>
            <a:rect r="r" b="b" t="t" l="l"/>
            <a:pathLst>
              <a:path h="867731" w="1000528">
                <a:moveTo>
                  <a:pt x="0" y="0"/>
                </a:moveTo>
                <a:lnTo>
                  <a:pt x="1000529" y="0"/>
                </a:lnTo>
                <a:lnTo>
                  <a:pt x="1000529" y="867731"/>
                </a:lnTo>
                <a:lnTo>
                  <a:pt x="0" y="86773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216008" y="5836023"/>
            <a:ext cx="1000528" cy="971422"/>
          </a:xfrm>
          <a:custGeom>
            <a:avLst/>
            <a:gdLst/>
            <a:ahLst/>
            <a:cxnLst/>
            <a:rect r="r" b="b" t="t" l="l"/>
            <a:pathLst>
              <a:path h="971422" w="1000528">
                <a:moveTo>
                  <a:pt x="0" y="0"/>
                </a:moveTo>
                <a:lnTo>
                  <a:pt x="1000528" y="0"/>
                </a:lnTo>
                <a:lnTo>
                  <a:pt x="1000528" y="971422"/>
                </a:lnTo>
                <a:lnTo>
                  <a:pt x="0" y="97142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4435123" y="5888778"/>
            <a:ext cx="1000528" cy="865912"/>
          </a:xfrm>
          <a:custGeom>
            <a:avLst/>
            <a:gdLst/>
            <a:ahLst/>
            <a:cxnLst/>
            <a:rect r="r" b="b" t="t" l="l"/>
            <a:pathLst>
              <a:path h="865912" w="1000528">
                <a:moveTo>
                  <a:pt x="0" y="0"/>
                </a:moveTo>
                <a:lnTo>
                  <a:pt x="1000528" y="0"/>
                </a:lnTo>
                <a:lnTo>
                  <a:pt x="1000528" y="865912"/>
                </a:lnTo>
                <a:lnTo>
                  <a:pt x="0" y="865912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2654238" y="5977006"/>
            <a:ext cx="1000528" cy="689455"/>
          </a:xfrm>
          <a:custGeom>
            <a:avLst/>
            <a:gdLst/>
            <a:ahLst/>
            <a:cxnLst/>
            <a:rect r="r" b="b" t="t" l="l"/>
            <a:pathLst>
              <a:path h="689455" w="1000528">
                <a:moveTo>
                  <a:pt x="0" y="0"/>
                </a:moveTo>
                <a:lnTo>
                  <a:pt x="1000528" y="0"/>
                </a:lnTo>
                <a:lnTo>
                  <a:pt x="1000528" y="689455"/>
                </a:lnTo>
                <a:lnTo>
                  <a:pt x="0" y="689455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698724" y="4163631"/>
            <a:ext cx="911556" cy="1144648"/>
          </a:xfrm>
          <a:custGeom>
            <a:avLst/>
            <a:gdLst/>
            <a:ahLst/>
            <a:cxnLst/>
            <a:rect r="r" b="b" t="t" l="l"/>
            <a:pathLst>
              <a:path h="1144648" w="911556">
                <a:moveTo>
                  <a:pt x="0" y="0"/>
                </a:moveTo>
                <a:lnTo>
                  <a:pt x="911556" y="0"/>
                </a:lnTo>
                <a:lnTo>
                  <a:pt x="911556" y="1144648"/>
                </a:lnTo>
                <a:lnTo>
                  <a:pt x="0" y="1144648"/>
                </a:lnTo>
                <a:lnTo>
                  <a:pt x="0" y="0"/>
                </a:lnTo>
                <a:close/>
              </a:path>
            </a:pathLst>
          </a:custGeom>
          <a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239410" y="4365759"/>
            <a:ext cx="1000528" cy="740391"/>
          </a:xfrm>
          <a:custGeom>
            <a:avLst/>
            <a:gdLst/>
            <a:ahLst/>
            <a:cxnLst/>
            <a:rect r="r" b="b" t="t" l="l"/>
            <a:pathLst>
              <a:path h="740391" w="1000528">
                <a:moveTo>
                  <a:pt x="0" y="0"/>
                </a:moveTo>
                <a:lnTo>
                  <a:pt x="1000528" y="0"/>
                </a:lnTo>
                <a:lnTo>
                  <a:pt x="1000528" y="740391"/>
                </a:lnTo>
                <a:lnTo>
                  <a:pt x="0" y="740391"/>
                </a:lnTo>
                <a:lnTo>
                  <a:pt x="0" y="0"/>
                </a:lnTo>
                <a:close/>
              </a:path>
            </a:pathLst>
          </a:custGeom>
          <a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4424581" y="4237510"/>
            <a:ext cx="1000528" cy="996890"/>
          </a:xfrm>
          <a:custGeom>
            <a:avLst/>
            <a:gdLst/>
            <a:ahLst/>
            <a:cxnLst/>
            <a:rect r="r" b="b" t="t" l="l"/>
            <a:pathLst>
              <a:path h="996890" w="1000528">
                <a:moveTo>
                  <a:pt x="0" y="0"/>
                </a:moveTo>
                <a:lnTo>
                  <a:pt x="1000528" y="0"/>
                </a:lnTo>
                <a:lnTo>
                  <a:pt x="1000528" y="996890"/>
                </a:lnTo>
                <a:lnTo>
                  <a:pt x="0" y="996890"/>
                </a:lnTo>
                <a:lnTo>
                  <a:pt x="0" y="0"/>
                </a:lnTo>
                <a:close/>
              </a:path>
            </a:pathLst>
          </a:custGeom>
          <a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054239" y="4235691"/>
            <a:ext cx="740391" cy="1000528"/>
          </a:xfrm>
          <a:custGeom>
            <a:avLst/>
            <a:gdLst/>
            <a:ahLst/>
            <a:cxnLst/>
            <a:rect r="r" b="b" t="t" l="l"/>
            <a:pathLst>
              <a:path h="1000528" w="740391">
                <a:moveTo>
                  <a:pt x="0" y="0"/>
                </a:moveTo>
                <a:lnTo>
                  <a:pt x="740391" y="0"/>
                </a:lnTo>
                <a:lnTo>
                  <a:pt x="740391" y="1000528"/>
                </a:lnTo>
                <a:lnTo>
                  <a:pt x="0" y="1000528"/>
                </a:lnTo>
                <a:lnTo>
                  <a:pt x="0" y="0"/>
                </a:lnTo>
                <a:close/>
              </a:path>
            </a:pathLst>
          </a:custGeom>
          <a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298218" y="4239329"/>
            <a:ext cx="1000528" cy="996890"/>
          </a:xfrm>
          <a:custGeom>
            <a:avLst/>
            <a:gdLst/>
            <a:ahLst/>
            <a:cxnLst/>
            <a:rect r="r" b="b" t="t" l="l"/>
            <a:pathLst>
              <a:path h="996890" w="1000528">
                <a:moveTo>
                  <a:pt x="0" y="0"/>
                </a:moveTo>
                <a:lnTo>
                  <a:pt x="1000528" y="0"/>
                </a:lnTo>
                <a:lnTo>
                  <a:pt x="1000528" y="996890"/>
                </a:lnTo>
                <a:lnTo>
                  <a:pt x="0" y="996890"/>
                </a:lnTo>
                <a:lnTo>
                  <a:pt x="0" y="0"/>
                </a:lnTo>
                <a:close/>
              </a:path>
            </a:pathLst>
          </a:custGeom>
          <a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6410377" y="7513560"/>
            <a:ext cx="674902" cy="1000528"/>
          </a:xfrm>
          <a:custGeom>
            <a:avLst/>
            <a:gdLst/>
            <a:ahLst/>
            <a:cxnLst/>
            <a:rect r="r" b="b" t="t" l="l"/>
            <a:pathLst>
              <a:path h="1000528" w="674902">
                <a:moveTo>
                  <a:pt x="0" y="0"/>
                </a:moveTo>
                <a:lnTo>
                  <a:pt x="674902" y="0"/>
                </a:lnTo>
                <a:lnTo>
                  <a:pt x="674902" y="1000528"/>
                </a:lnTo>
                <a:lnTo>
                  <a:pt x="0" y="1000528"/>
                </a:lnTo>
                <a:lnTo>
                  <a:pt x="0" y="0"/>
                </a:lnTo>
                <a:close/>
              </a:path>
            </a:pathLst>
          </a:custGeom>
          <a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7833050" y="7513560"/>
            <a:ext cx="940496" cy="1000528"/>
          </a:xfrm>
          <a:custGeom>
            <a:avLst/>
            <a:gdLst/>
            <a:ahLst/>
            <a:cxnLst/>
            <a:rect r="r" b="b" t="t" l="l"/>
            <a:pathLst>
              <a:path h="1000528" w="940496">
                <a:moveTo>
                  <a:pt x="0" y="0"/>
                </a:moveTo>
                <a:lnTo>
                  <a:pt x="940496" y="0"/>
                </a:lnTo>
                <a:lnTo>
                  <a:pt x="940496" y="1000528"/>
                </a:lnTo>
                <a:lnTo>
                  <a:pt x="0" y="1000528"/>
                </a:lnTo>
                <a:lnTo>
                  <a:pt x="0" y="0"/>
                </a:lnTo>
                <a:close/>
              </a:path>
            </a:pathLst>
          </a:custGeom>
          <a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069155" y="4386408"/>
            <a:ext cx="787175" cy="702733"/>
          </a:xfrm>
          <a:custGeom>
            <a:avLst/>
            <a:gdLst/>
            <a:ahLst/>
            <a:cxnLst/>
            <a:rect r="r" b="b" t="t" l="l"/>
            <a:pathLst>
              <a:path h="702733" w="787175">
                <a:moveTo>
                  <a:pt x="0" y="0"/>
                </a:moveTo>
                <a:lnTo>
                  <a:pt x="787175" y="0"/>
                </a:lnTo>
                <a:lnTo>
                  <a:pt x="787175" y="702732"/>
                </a:lnTo>
                <a:lnTo>
                  <a:pt x="0" y="702732"/>
                </a:lnTo>
                <a:lnTo>
                  <a:pt x="0" y="0"/>
                </a:lnTo>
                <a:close/>
              </a:path>
            </a:pathLst>
          </a:custGeom>
          <a:blipFill>
            <a:blip r:embed="rId44">
              <a:extLs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1100796" y="5875177"/>
            <a:ext cx="1101617" cy="953399"/>
          </a:xfrm>
          <a:custGeom>
            <a:avLst/>
            <a:gdLst/>
            <a:ahLst/>
            <a:cxnLst/>
            <a:rect r="r" b="b" t="t" l="l"/>
            <a:pathLst>
              <a:path h="953399" w="1101617">
                <a:moveTo>
                  <a:pt x="0" y="0"/>
                </a:moveTo>
                <a:lnTo>
                  <a:pt x="1101617" y="0"/>
                </a:lnTo>
                <a:lnTo>
                  <a:pt x="1101617" y="953399"/>
                </a:lnTo>
                <a:lnTo>
                  <a:pt x="0" y="953399"/>
                </a:lnTo>
                <a:lnTo>
                  <a:pt x="0" y="0"/>
                </a:lnTo>
                <a:close/>
              </a:path>
            </a:pathLst>
          </a:custGeom>
          <a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9521317" y="7486379"/>
            <a:ext cx="1054890" cy="1054890"/>
          </a:xfrm>
          <a:custGeom>
            <a:avLst/>
            <a:gdLst/>
            <a:ahLst/>
            <a:cxnLst/>
            <a:rect r="r" b="b" t="t" l="l"/>
            <a:pathLst>
              <a:path h="1054890" w="1054890">
                <a:moveTo>
                  <a:pt x="0" y="0"/>
                </a:moveTo>
                <a:lnTo>
                  <a:pt x="1054890" y="0"/>
                </a:lnTo>
                <a:lnTo>
                  <a:pt x="1054890" y="1054890"/>
                </a:lnTo>
                <a:lnTo>
                  <a:pt x="0" y="1054890"/>
                </a:lnTo>
                <a:lnTo>
                  <a:pt x="0" y="0"/>
                </a:lnTo>
                <a:close/>
              </a:path>
            </a:pathLst>
          </a:custGeom>
          <a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7670" y="1028700"/>
            <a:ext cx="14352661" cy="2168172"/>
            <a:chOff x="0" y="0"/>
            <a:chExt cx="19136881" cy="2890896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0"/>
              <a:ext cx="19136881" cy="182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800"/>
                </a:lnSpc>
              </a:pP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Resource</a:t>
              </a:r>
              <a:r>
                <a:rPr lang="en-US" b="true" sz="9000">
                  <a:solidFill>
                    <a:srgbClr val="000000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 Page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09821"/>
              <a:ext cx="19136881" cy="981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00"/>
                </a:lnSpc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Find the magic and fun in presenting with Canva Presentations. Press the following keys while on Present mode!</a:t>
              </a: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 </a:t>
              </a:r>
            </a:p>
            <a:p>
              <a:pPr algn="ctr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000000"/>
                  </a:solidFill>
                  <a:latin typeface="Muli"/>
                  <a:ea typeface="Muli"/>
                  <a:cs typeface="Muli"/>
                  <a:sym typeface="Muli"/>
                </a:rPr>
                <a:t>Delete this page before presenting. 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127851" y="5114925"/>
            <a:ext cx="4108499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C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confetti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7851" y="6077148"/>
            <a:ext cx="4108499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O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bubbles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127851" y="7039370"/>
            <a:ext cx="719623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Any number from</a:t>
            </a: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0-9 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for a timer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59988" y="5114925"/>
            <a:ext cx="336554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D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a drumroll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459988" y="6032842"/>
            <a:ext cx="336554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Q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quiet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462463" y="5114925"/>
            <a:ext cx="344174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B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blur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62463" y="7039370"/>
            <a:ext cx="344174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U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unveil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62463" y="6077148"/>
            <a:ext cx="3441748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399" b="true">
                <a:solidFill>
                  <a:srgbClr val="FF68D4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M</a:t>
            </a:r>
            <a:r>
              <a:rPr lang="en-US" sz="2399" b="true">
                <a:solidFill>
                  <a:srgbClr val="000000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 for mic drop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DAG6b24kYWE</dc:identifier>
  <dcterms:modified xsi:type="dcterms:W3CDTF">2011-08-01T06:04:30Z</dcterms:modified>
  <cp:revision>1</cp:revision>
  <dc:title>Neon Pink Bright Blue White Modular Abstract Business Case Study and Report Business Presentation</dc:title>
</cp:coreProperties>
</file>