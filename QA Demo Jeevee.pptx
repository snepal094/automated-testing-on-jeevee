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71" r:id="rId6"/>
    <p:sldId id="273" r:id="rId7"/>
    <p:sldId id="280" r:id="rId8"/>
    <p:sldId id="282" r:id="rId9"/>
    <p:sldId id="275" r:id="rId10"/>
    <p:sldId id="281" r:id="rId11"/>
    <p:sldId id="272" r:id="rId12"/>
    <p:sldId id="276" r:id="rId13"/>
    <p:sldId id="265" r:id="rId14"/>
    <p:sldId id="277" r:id="rId15"/>
    <p:sldId id="266" r:id="rId16"/>
  </p:sldIdLst>
  <p:sldSz cx="18288000" cy="10287000"/>
  <p:notesSz cx="6858000" cy="9144000"/>
  <p:embeddedFontLst>
    <p:embeddedFont>
      <p:font typeface="Muli" panose="020B0604020202020204" charset="0"/>
      <p:regular r:id="rId17"/>
    </p:embeddedFont>
    <p:embeddedFont>
      <p:font typeface="Muli Semi-Bold" panose="020B0604020202020204" charset="0"/>
      <p:regular r:id="rId18"/>
    </p:embeddedFont>
    <p:embeddedFont>
      <p:font typeface="Playfair Display Bold" panose="00000800000000000000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9AFAB-3DD5-0CC9-8BCA-BB8BDEB57E22}" v="467" dt="2025-12-03T16:30:10.084"/>
    <p1510:client id="{390B675D-6EE8-0720-884D-344F4BACD696}" v="2362" dt="2025-12-03T10:47:26.507"/>
    <p1510:client id="{53E5E2E8-759E-3E25-B3A4-5951D2B40722}" v="2" dt="2025-12-03T11:44:19.786"/>
    <p1510:client id="{627D8029-BEDA-7EFE-74AE-61D072E13387}" v="31" dt="2025-12-04T03:39:11.321"/>
    <p1510:client id="{63A979DB-5672-4F6A-7BFB-41F854C8572B}" v="33" dt="2025-12-03T11:47:33.710"/>
    <p1510:client id="{8D633653-B41D-1246-A222-5F3AA9D0ABD0}" v="66" dt="2025-12-04T06:41:18.015"/>
    <p1510:client id="{B3BC7083-1ECF-B62E-691C-86D630213DED}" v="1158" dt="2025-12-03T13:19:46.593"/>
    <p1510:client id="{E61AE0AA-AD86-6876-7060-7BDDC91A7A75}" v="264" dt="2025-12-03T18:04:16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yasha Nepal" userId="S::snepal@infinite.com::8cce4cf1-154d-4750-93eb-ff635245ff5e" providerId="AD" clId="Web-{53E5E2E8-759E-3E25-B3A4-5951D2B40722}"/>
    <pc:docChg chg="modSld">
      <pc:chgData name="Suyasha Nepal" userId="S::snepal@infinite.com::8cce4cf1-154d-4750-93eb-ff635245ff5e" providerId="AD" clId="Web-{53E5E2E8-759E-3E25-B3A4-5951D2B40722}" dt="2025-12-03T11:44:19.786" v="1"/>
      <pc:docMkLst>
        <pc:docMk/>
      </pc:docMkLst>
      <pc:sldChg chg="addSp delSp">
        <pc:chgData name="Suyasha Nepal" userId="S::snepal@infinite.com::8cce4cf1-154d-4750-93eb-ff635245ff5e" providerId="AD" clId="Web-{53E5E2E8-759E-3E25-B3A4-5951D2B40722}" dt="2025-12-03T11:44:19.786" v="1"/>
        <pc:sldMkLst>
          <pc:docMk/>
          <pc:sldMk cId="1507962476" sldId="275"/>
        </pc:sldMkLst>
        <pc:grpChg chg="add del">
          <ac:chgData name="Suyasha Nepal" userId="S::snepal@infinite.com::8cce4cf1-154d-4750-93eb-ff635245ff5e" providerId="AD" clId="Web-{53E5E2E8-759E-3E25-B3A4-5951D2B40722}" dt="2025-12-03T11:44:19.786" v="1"/>
          <ac:grpSpMkLst>
            <pc:docMk/>
            <pc:sldMk cId="1507962476" sldId="275"/>
            <ac:grpSpMk id="23" creationId="{4E4DA9EF-02C2-9C5E-D8CE-D8F55729E900}"/>
          </ac:grpSpMkLst>
        </pc:grpChg>
      </pc:sldChg>
    </pc:docChg>
  </pc:docChgLst>
  <pc:docChgLst>
    <pc:chgData name="Suyasha Nepal" userId="S::snepal@infinite.com::8cce4cf1-154d-4750-93eb-ff635245ff5e" providerId="AD" clId="Web-{B3BC7083-1ECF-B62E-691C-86D630213DED}"/>
    <pc:docChg chg="addSld delSld modSld sldOrd">
      <pc:chgData name="Suyasha Nepal" userId="S::snepal@infinite.com::8cce4cf1-154d-4750-93eb-ff635245ff5e" providerId="AD" clId="Web-{B3BC7083-1ECF-B62E-691C-86D630213DED}" dt="2025-12-03T13:19:46.593" v="922" actId="1076"/>
      <pc:docMkLst>
        <pc:docMk/>
      </pc:docMkLst>
      <pc:sldChg chg="delSp modSp">
        <pc:chgData name="Suyasha Nepal" userId="S::snepal@infinite.com::8cce4cf1-154d-4750-93eb-ff635245ff5e" providerId="AD" clId="Web-{B3BC7083-1ECF-B62E-691C-86D630213DED}" dt="2025-12-03T12:06:24.428" v="286" actId="1076"/>
        <pc:sldMkLst>
          <pc:docMk/>
          <pc:sldMk cId="0" sldId="256"/>
        </pc:sldMkLst>
        <pc:spChg chg="mod">
          <ac:chgData name="Suyasha Nepal" userId="S::snepal@infinite.com::8cce4cf1-154d-4750-93eb-ff635245ff5e" providerId="AD" clId="Web-{B3BC7083-1ECF-B62E-691C-86D630213DED}" dt="2025-12-03T12:06:17.397" v="285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uyasha Nepal" userId="S::snepal@infinite.com::8cce4cf1-154d-4750-93eb-ff635245ff5e" providerId="AD" clId="Web-{B3BC7083-1ECF-B62E-691C-86D630213DED}" dt="2025-12-03T12:06:24.428" v="286" actId="1076"/>
          <ac:spMkLst>
            <pc:docMk/>
            <pc:sldMk cId="0" sldId="256"/>
            <ac:spMk id="19" creationId="{168D1A9B-D1AA-C631-8ECA-971F4B2C4967}"/>
          </ac:spMkLst>
        </pc:spChg>
        <pc:grpChg chg="del">
          <ac:chgData name="Suyasha Nepal" userId="S::snepal@infinite.com::8cce4cf1-154d-4750-93eb-ff635245ff5e" providerId="AD" clId="Web-{B3BC7083-1ECF-B62E-691C-86D630213DED}" dt="2025-12-03T12:06:12.881" v="284"/>
          <ac:grpSpMkLst>
            <pc:docMk/>
            <pc:sldMk cId="0" sldId="256"/>
            <ac:grpSpMk id="10" creationId="{00000000-0000-0000-0000-000000000000}"/>
          </ac:grpSpMkLst>
        </pc:grpChg>
      </pc:sldChg>
      <pc:sldChg chg="delSp modSp">
        <pc:chgData name="Suyasha Nepal" userId="S::snepal@infinite.com::8cce4cf1-154d-4750-93eb-ff635245ff5e" providerId="AD" clId="Web-{B3BC7083-1ECF-B62E-691C-86D630213DED}" dt="2025-12-03T12:53:37.219" v="655" actId="14100"/>
        <pc:sldMkLst>
          <pc:docMk/>
          <pc:sldMk cId="0" sldId="258"/>
        </pc:sldMkLst>
        <pc:spChg chg="del">
          <ac:chgData name="Suyasha Nepal" userId="S::snepal@infinite.com::8cce4cf1-154d-4750-93eb-ff635245ff5e" providerId="AD" clId="Web-{B3BC7083-1ECF-B62E-691C-86D630213DED}" dt="2025-12-03T12:05:56.864" v="283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yasha Nepal" userId="S::snepal@infinite.com::8cce4cf1-154d-4750-93eb-ff635245ff5e" providerId="AD" clId="Web-{B3BC7083-1ECF-B62E-691C-86D630213DED}" dt="2025-12-03T12:03:00.616" v="281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Suyasha Nepal" userId="S::snepal@infinite.com::8cce4cf1-154d-4750-93eb-ff635245ff5e" providerId="AD" clId="Web-{B3BC7083-1ECF-B62E-691C-86D630213DED}" dt="2025-12-03T12:53:37.219" v="655" actId="14100"/>
          <ac:spMkLst>
            <pc:docMk/>
            <pc:sldMk cId="0" sldId="258"/>
            <ac:spMk id="17" creationId="{C7A7A5A9-3527-C5EA-F34B-EDF1107E9A91}"/>
          </ac:spMkLst>
        </pc:spChg>
        <pc:spChg chg="mod">
          <ac:chgData name="Suyasha Nepal" userId="S::snepal@infinite.com::8cce4cf1-154d-4750-93eb-ff635245ff5e" providerId="AD" clId="Web-{B3BC7083-1ECF-B62E-691C-86D630213DED}" dt="2025-12-03T12:53:20.232" v="653" actId="14100"/>
          <ac:spMkLst>
            <pc:docMk/>
            <pc:sldMk cId="0" sldId="258"/>
            <ac:spMk id="19" creationId="{B5A04C87-3535-25A1-061D-FED687D0B740}"/>
          </ac:spMkLst>
        </pc:spChg>
      </pc:sldChg>
      <pc:sldChg chg="modSp">
        <pc:chgData name="Suyasha Nepal" userId="S::snepal@infinite.com::8cce4cf1-154d-4750-93eb-ff635245ff5e" providerId="AD" clId="Web-{B3BC7083-1ECF-B62E-691C-86D630213DED}" dt="2025-12-03T12:10:45.596" v="307" actId="20577"/>
        <pc:sldMkLst>
          <pc:docMk/>
          <pc:sldMk cId="0" sldId="259"/>
        </pc:sldMkLst>
        <pc:spChg chg="mod">
          <ac:chgData name="Suyasha Nepal" userId="S::snepal@infinite.com::8cce4cf1-154d-4750-93eb-ff635245ff5e" providerId="AD" clId="Web-{B3BC7083-1ECF-B62E-691C-86D630213DED}" dt="2025-12-03T12:10:45.596" v="307" actId="20577"/>
          <ac:spMkLst>
            <pc:docMk/>
            <pc:sldMk cId="0" sldId="259"/>
            <ac:spMk id="7" creationId="{00000000-0000-0000-0000-000000000000}"/>
          </ac:spMkLst>
        </pc:spChg>
      </pc:sldChg>
      <pc:sldChg chg="delSp modSp">
        <pc:chgData name="Suyasha Nepal" userId="S::snepal@infinite.com::8cce4cf1-154d-4750-93eb-ff635245ff5e" providerId="AD" clId="Web-{B3BC7083-1ECF-B62E-691C-86D630213DED}" dt="2025-12-03T12:06:52.399" v="287"/>
        <pc:sldMkLst>
          <pc:docMk/>
          <pc:sldMk cId="0" sldId="263"/>
        </pc:sldMkLst>
        <pc:spChg chg="mod">
          <ac:chgData name="Suyasha Nepal" userId="S::snepal@infinite.com::8cce4cf1-154d-4750-93eb-ff635245ff5e" providerId="AD" clId="Web-{B3BC7083-1ECF-B62E-691C-86D630213DED}" dt="2025-12-03T12:02:28.800" v="277" actId="14100"/>
          <ac:spMkLst>
            <pc:docMk/>
            <pc:sldMk cId="0" sldId="263"/>
            <ac:spMk id="33" creationId="{00000000-0000-0000-0000-000000000000}"/>
          </ac:spMkLst>
        </pc:spChg>
        <pc:spChg chg="del">
          <ac:chgData name="Suyasha Nepal" userId="S::snepal@infinite.com::8cce4cf1-154d-4750-93eb-ff635245ff5e" providerId="AD" clId="Web-{B3BC7083-1ECF-B62E-691C-86D630213DED}" dt="2025-12-03T12:06:52.399" v="287"/>
          <ac:spMkLst>
            <pc:docMk/>
            <pc:sldMk cId="0" sldId="263"/>
            <ac:spMk id="39" creationId="{00000000-0000-0000-0000-000000000000}"/>
          </ac:spMkLst>
        </pc:spChg>
      </pc:sldChg>
      <pc:sldChg chg="addSp delSp modSp ord">
        <pc:chgData name="Suyasha Nepal" userId="S::snepal@infinite.com::8cce4cf1-154d-4750-93eb-ff635245ff5e" providerId="AD" clId="Web-{B3BC7083-1ECF-B62E-691C-86D630213DED}" dt="2025-12-03T12:30:36.662" v="520"/>
        <pc:sldMkLst>
          <pc:docMk/>
          <pc:sldMk cId="0" sldId="265"/>
        </pc:sldMkLst>
        <pc:spChg chg="mod">
          <ac:chgData name="Suyasha Nepal" userId="S::snepal@infinite.com::8cce4cf1-154d-4750-93eb-ff635245ff5e" providerId="AD" clId="Web-{B3BC7083-1ECF-B62E-691C-86D630213DED}" dt="2025-12-03T12:20:17.507" v="361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Suyasha Nepal" userId="S::snepal@infinite.com::8cce4cf1-154d-4750-93eb-ff635245ff5e" providerId="AD" clId="Web-{B3BC7083-1ECF-B62E-691C-86D630213DED}" dt="2025-12-03T12:20:32.321" v="363" actId="1076"/>
          <ac:spMkLst>
            <pc:docMk/>
            <pc:sldMk cId="0" sldId="265"/>
            <ac:spMk id="7" creationId="{00000000-0000-0000-0000-000000000000}"/>
          </ac:spMkLst>
        </pc:spChg>
        <pc:spChg chg="del">
          <ac:chgData name="Suyasha Nepal" userId="S::snepal@infinite.com::8cce4cf1-154d-4750-93eb-ff635245ff5e" providerId="AD" clId="Web-{B3BC7083-1ECF-B62E-691C-86D630213DED}" dt="2025-12-03T12:19:53.661" v="349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Suyasha Nepal" userId="S::snepal@infinite.com::8cce4cf1-154d-4750-93eb-ff635245ff5e" providerId="AD" clId="Web-{B3BC7083-1ECF-B62E-691C-86D630213DED}" dt="2025-12-03T12:21:56.531" v="381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uyasha Nepal" userId="S::snepal@infinite.com::8cce4cf1-154d-4750-93eb-ff635245ff5e" providerId="AD" clId="Web-{B3BC7083-1ECF-B62E-691C-86D630213DED}" dt="2025-12-03T12:21:23.075" v="379" actId="1410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Suyasha Nepal" userId="S::snepal@infinite.com::8cce4cf1-154d-4750-93eb-ff635245ff5e" providerId="AD" clId="Web-{B3BC7083-1ECF-B62E-691C-86D630213DED}" dt="2025-12-03T12:22:35.674" v="388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Suyasha Nepal" userId="S::snepal@infinite.com::8cce4cf1-154d-4750-93eb-ff635245ff5e" providerId="AD" clId="Web-{B3BC7083-1ECF-B62E-691C-86D630213DED}" dt="2025-12-03T12:22:54.754" v="390" actId="1076"/>
          <ac:spMkLst>
            <pc:docMk/>
            <pc:sldMk cId="0" sldId="265"/>
            <ac:spMk id="23" creationId="{00000000-0000-0000-0000-000000000000}"/>
          </ac:spMkLst>
        </pc:spChg>
        <pc:spChg chg="add del mod">
          <ac:chgData name="Suyasha Nepal" userId="S::snepal@infinite.com::8cce4cf1-154d-4750-93eb-ff635245ff5e" providerId="AD" clId="Web-{B3BC7083-1ECF-B62E-691C-86D630213DED}" dt="2025-12-03T12:23:34.787" v="396"/>
          <ac:spMkLst>
            <pc:docMk/>
            <pc:sldMk cId="0" sldId="265"/>
            <ac:spMk id="25" creationId="{D57804B6-E868-D1AF-9126-BA377AED8420}"/>
          </ac:spMkLst>
        </pc:spChg>
        <pc:spChg chg="mod">
          <ac:chgData name="Suyasha Nepal" userId="S::snepal@infinite.com::8cce4cf1-154d-4750-93eb-ff635245ff5e" providerId="AD" clId="Web-{B3BC7083-1ECF-B62E-691C-86D630213DED}" dt="2025-12-03T12:26:25.545" v="431" actId="1076"/>
          <ac:spMkLst>
            <pc:docMk/>
            <pc:sldMk cId="0" sldId="265"/>
            <ac:spMk id="28" creationId="{5793A551-D7D1-8198-6EF1-5F067352FAD3}"/>
          </ac:spMkLst>
        </pc:spChg>
        <pc:spChg chg="del mod">
          <ac:chgData name="Suyasha Nepal" userId="S::snepal@infinite.com::8cce4cf1-154d-4750-93eb-ff635245ff5e" providerId="AD" clId="Web-{B3BC7083-1ECF-B62E-691C-86D630213DED}" dt="2025-12-03T12:26:19.029" v="429"/>
          <ac:spMkLst>
            <pc:docMk/>
            <pc:sldMk cId="0" sldId="265"/>
            <ac:spMk id="29" creationId="{3C3A1839-88D4-27B2-F601-9CBFF068A994}"/>
          </ac:spMkLst>
        </pc:spChg>
        <pc:spChg chg="mod">
          <ac:chgData name="Suyasha Nepal" userId="S::snepal@infinite.com::8cce4cf1-154d-4750-93eb-ff635245ff5e" providerId="AD" clId="Web-{B3BC7083-1ECF-B62E-691C-86D630213DED}" dt="2025-12-03T12:25:48.762" v="424" actId="1076"/>
          <ac:spMkLst>
            <pc:docMk/>
            <pc:sldMk cId="0" sldId="265"/>
            <ac:spMk id="30" creationId="{93EC0025-4575-FD4E-AAEC-6237B94FD1D2}"/>
          </ac:spMkLst>
        </pc:spChg>
        <pc:spChg chg="add mod">
          <ac:chgData name="Suyasha Nepal" userId="S::snepal@infinite.com::8cce4cf1-154d-4750-93eb-ff635245ff5e" providerId="AD" clId="Web-{B3BC7083-1ECF-B62E-691C-86D630213DED}" dt="2025-12-03T12:26:55.640" v="437" actId="20577"/>
          <ac:spMkLst>
            <pc:docMk/>
            <pc:sldMk cId="0" sldId="265"/>
            <ac:spMk id="33" creationId="{F0E59CAC-B193-1693-7EAE-6F63EC2D21DF}"/>
          </ac:spMkLst>
        </pc:spChg>
        <pc:spChg chg="mod">
          <ac:chgData name="Suyasha Nepal" userId="S::snepal@infinite.com::8cce4cf1-154d-4750-93eb-ff635245ff5e" providerId="AD" clId="Web-{B3BC7083-1ECF-B62E-691C-86D630213DED}" dt="2025-12-03T12:30:08.067" v="518" actId="20577"/>
          <ac:spMkLst>
            <pc:docMk/>
            <pc:sldMk cId="0" sldId="265"/>
            <ac:spMk id="36" creationId="{EAA4FDB5-825E-28E7-FBED-6CCA2FE37BDA}"/>
          </ac:spMkLst>
        </pc:spChg>
        <pc:spChg chg="add mod">
          <ac:chgData name="Suyasha Nepal" userId="S::snepal@infinite.com::8cce4cf1-154d-4750-93eb-ff635245ff5e" providerId="AD" clId="Web-{B3BC7083-1ECF-B62E-691C-86D630213DED}" dt="2025-12-03T12:27:59.064" v="459" actId="20577"/>
          <ac:spMkLst>
            <pc:docMk/>
            <pc:sldMk cId="0" sldId="265"/>
            <ac:spMk id="39" creationId="{166A06C4-505D-7A1C-E9D6-E8B8CAF5F8DD}"/>
          </ac:spMkLst>
        </pc:spChg>
        <pc:grpChg chg="del">
          <ac:chgData name="Suyasha Nepal" userId="S::snepal@infinite.com::8cce4cf1-154d-4750-93eb-ff635245ff5e" providerId="AD" clId="Web-{B3BC7083-1ECF-B62E-691C-86D630213DED}" dt="2025-12-03T12:21:00.855" v="376"/>
          <ac:grpSpMkLst>
            <pc:docMk/>
            <pc:sldMk cId="0" sldId="265"/>
            <ac:grpSpMk id="2" creationId="{00000000-0000-0000-0000-000000000000}"/>
          </ac:grpSpMkLst>
        </pc:grpChg>
        <pc:grpChg chg="del">
          <ac:chgData name="Suyasha Nepal" userId="S::snepal@infinite.com::8cce4cf1-154d-4750-93eb-ff635245ff5e" providerId="AD" clId="Web-{B3BC7083-1ECF-B62E-691C-86D630213DED}" dt="2025-12-03T12:19:50.817" v="348"/>
          <ac:grpSpMkLst>
            <pc:docMk/>
            <pc:sldMk cId="0" sldId="265"/>
            <ac:grpSpMk id="8" creationId="{00000000-0000-0000-0000-000000000000}"/>
          </ac:grpSpMkLst>
        </pc:grpChg>
        <pc:grpChg chg="del mod">
          <ac:chgData name="Suyasha Nepal" userId="S::snepal@infinite.com::8cce4cf1-154d-4750-93eb-ff635245ff5e" providerId="AD" clId="Web-{B3BC7083-1ECF-B62E-691C-86D630213DED}" dt="2025-12-03T12:23:29.146" v="394"/>
          <ac:grpSpMkLst>
            <pc:docMk/>
            <pc:sldMk cId="0" sldId="265"/>
            <ac:grpSpMk id="12" creationId="{00000000-0000-0000-0000-000000000000}"/>
          </ac:grpSpMkLst>
        </pc:grpChg>
        <pc:grpChg chg="del mod">
          <ac:chgData name="Suyasha Nepal" userId="S::snepal@infinite.com::8cce4cf1-154d-4750-93eb-ff635245ff5e" providerId="AD" clId="Web-{B3BC7083-1ECF-B62E-691C-86D630213DED}" dt="2025-12-03T12:27:08.546" v="440"/>
          <ac:grpSpMkLst>
            <pc:docMk/>
            <pc:sldMk cId="0" sldId="265"/>
            <ac:grpSpMk id="18" creationId="{00000000-0000-0000-0000-000000000000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2:27:43.954" v="448" actId="1076"/>
          <ac:grpSpMkLst>
            <pc:docMk/>
            <pc:sldMk cId="0" sldId="265"/>
            <ac:grpSpMk id="26" creationId="{C1DCF83A-7341-57A6-CFE1-6B025E8A9B90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2:27:16.406" v="441" actId="1076"/>
          <ac:grpSpMkLst>
            <pc:docMk/>
            <pc:sldMk cId="0" sldId="265"/>
            <ac:grpSpMk id="34" creationId="{E99C7446-8C96-ABC9-1FCC-ABF8636365C9}"/>
          </ac:grpSpMkLst>
        </pc:grpChg>
      </pc:sldChg>
      <pc:sldChg chg="addSp delSp modSp">
        <pc:chgData name="Suyasha Nepal" userId="S::snepal@infinite.com::8cce4cf1-154d-4750-93eb-ff635245ff5e" providerId="AD" clId="Web-{B3BC7083-1ECF-B62E-691C-86D630213DED}" dt="2025-12-03T12:37:46.415" v="556"/>
        <pc:sldMkLst>
          <pc:docMk/>
          <pc:sldMk cId="0" sldId="271"/>
        </pc:sldMkLst>
        <pc:spChg chg="add mod">
          <ac:chgData name="Suyasha Nepal" userId="S::snepal@infinite.com::8cce4cf1-154d-4750-93eb-ff635245ff5e" providerId="AD" clId="Web-{B3BC7083-1ECF-B62E-691C-86D630213DED}" dt="2025-12-03T12:33:49.915" v="534" actId="1076"/>
          <ac:spMkLst>
            <pc:docMk/>
            <pc:sldMk cId="0" sldId="271"/>
            <ac:spMk id="6" creationId="{DD58CF15-169E-9538-1AB3-45784BBD475D}"/>
          </ac:spMkLst>
        </pc:spChg>
        <pc:spChg chg="add mod">
          <ac:chgData name="Suyasha Nepal" userId="S::snepal@infinite.com::8cce4cf1-154d-4750-93eb-ff635245ff5e" providerId="AD" clId="Web-{B3BC7083-1ECF-B62E-691C-86D630213DED}" dt="2025-12-03T12:34:07.965" v="538" actId="20577"/>
          <ac:spMkLst>
            <pc:docMk/>
            <pc:sldMk cId="0" sldId="271"/>
            <ac:spMk id="7" creationId="{452261C8-CA0A-DF85-A655-80B3A9961C58}"/>
          </ac:spMkLst>
        </pc:spChg>
        <pc:spChg chg="mod">
          <ac:chgData name="Suyasha Nepal" userId="S::snepal@infinite.com::8cce4cf1-154d-4750-93eb-ff635245ff5e" providerId="AD" clId="Web-{B3BC7083-1ECF-B62E-691C-86D630213DED}" dt="2025-12-03T12:32:19.821" v="524" actId="1076"/>
          <ac:spMkLst>
            <pc:docMk/>
            <pc:sldMk cId="0" sldId="271"/>
            <ac:spMk id="74" creationId="{FE9D846E-9685-CFE9-C527-42F799DD4653}"/>
          </ac:spMkLst>
        </pc:spChg>
        <pc:spChg chg="mod">
          <ac:chgData name="Suyasha Nepal" userId="S::snepal@infinite.com::8cce4cf1-154d-4750-93eb-ff635245ff5e" providerId="AD" clId="Web-{B3BC7083-1ECF-B62E-691C-86D630213DED}" dt="2025-12-03T12:32:40.712" v="527" actId="1076"/>
          <ac:spMkLst>
            <pc:docMk/>
            <pc:sldMk cId="0" sldId="271"/>
            <ac:spMk id="76" creationId="{50386911-C38E-A4C0-2F97-67F882E2EE94}"/>
          </ac:spMkLst>
        </pc:spChg>
        <pc:spChg chg="mod">
          <ac:chgData name="Suyasha Nepal" userId="S::snepal@infinite.com::8cce4cf1-154d-4750-93eb-ff635245ff5e" providerId="AD" clId="Web-{B3BC7083-1ECF-B62E-691C-86D630213DED}" dt="2025-12-03T12:32:29.899" v="525" actId="1076"/>
          <ac:spMkLst>
            <pc:docMk/>
            <pc:sldMk cId="0" sldId="271"/>
            <ac:spMk id="81" creationId="{9A24DD99-9587-DD09-1D92-3FC6D309D966}"/>
          </ac:spMkLst>
        </pc:spChg>
        <pc:spChg chg="mod">
          <ac:chgData name="Suyasha Nepal" userId="S::snepal@infinite.com::8cce4cf1-154d-4750-93eb-ff635245ff5e" providerId="AD" clId="Web-{B3BC7083-1ECF-B62E-691C-86D630213DED}" dt="2025-12-03T12:32:46.511" v="528" actId="1076"/>
          <ac:spMkLst>
            <pc:docMk/>
            <pc:sldMk cId="0" sldId="271"/>
            <ac:spMk id="82" creationId="{4A94CAE5-959F-ED7F-BAC8-8AFF5C48C62B}"/>
          </ac:spMkLst>
        </pc:spChg>
        <pc:picChg chg="add mod">
          <ac:chgData name="Suyasha Nepal" userId="S::snepal@infinite.com::8cce4cf1-154d-4750-93eb-ff635245ff5e" providerId="AD" clId="Web-{B3BC7083-1ECF-B62E-691C-86D630213DED}" dt="2025-12-03T12:32:58.482" v="530" actId="1076"/>
          <ac:picMkLst>
            <pc:docMk/>
            <pc:sldMk cId="0" sldId="271"/>
            <ac:picMk id="2" creationId="{CFA75E97-EC1A-9B19-3D3B-9D1912A420D9}"/>
          </ac:picMkLst>
        </pc:picChg>
        <pc:picChg chg="mod">
          <ac:chgData name="Suyasha Nepal" userId="S::snepal@infinite.com::8cce4cf1-154d-4750-93eb-ff635245ff5e" providerId="AD" clId="Web-{B3BC7083-1ECF-B62E-691C-86D630213DED}" dt="2025-12-03T12:32:16.086" v="523" actId="1076"/>
          <ac:picMkLst>
            <pc:docMk/>
            <pc:sldMk cId="0" sldId="271"/>
            <ac:picMk id="50" creationId="{508A1D73-924B-892A-AB69-12592C0F4B96}"/>
          </ac:picMkLst>
        </pc:picChg>
        <pc:picChg chg="mod">
          <ac:chgData name="Suyasha Nepal" userId="S::snepal@infinite.com::8cce4cf1-154d-4750-93eb-ff635245ff5e" providerId="AD" clId="Web-{B3BC7083-1ECF-B62E-691C-86D630213DED}" dt="2025-12-03T12:32:35.774" v="526" actId="1076"/>
          <ac:picMkLst>
            <pc:docMk/>
            <pc:sldMk cId="0" sldId="271"/>
            <ac:picMk id="51" creationId="{70CF7210-01C8-3F5B-1598-02E34D66F587}"/>
          </ac:picMkLst>
        </pc:picChg>
        <pc:picChg chg="mod">
          <ac:chgData name="Suyasha Nepal" userId="S::snepal@infinite.com::8cce4cf1-154d-4750-93eb-ff635245ff5e" providerId="AD" clId="Web-{B3BC7083-1ECF-B62E-691C-86D630213DED}" dt="2025-12-03T12:35:58.278" v="540"/>
          <ac:picMkLst>
            <pc:docMk/>
            <pc:sldMk cId="0" sldId="271"/>
            <ac:picMk id="52" creationId="{F4394EDC-2DFC-58BC-780D-B670E551E305}"/>
          </ac:picMkLst>
        </pc:picChg>
        <pc:inkChg chg="add">
          <ac:chgData name="Suyasha Nepal" userId="S::snepal@infinite.com::8cce4cf1-154d-4750-93eb-ff635245ff5e" providerId="AD" clId="Web-{B3BC7083-1ECF-B62E-691C-86D630213DED}" dt="2025-12-03T12:33:11.110" v="531"/>
          <ac:inkMkLst>
            <pc:docMk/>
            <pc:sldMk cId="0" sldId="271"/>
            <ac:inkMk id="4" creationId="{9942E710-65E9-9507-68DF-E9CF44FFCB84}"/>
          </ac:inkMkLst>
        </pc:inkChg>
        <pc:inkChg chg="add">
          <ac:chgData name="Suyasha Nepal" userId="S::snepal@infinite.com::8cce4cf1-154d-4750-93eb-ff635245ff5e" providerId="AD" clId="Web-{B3BC7083-1ECF-B62E-691C-86D630213DED}" dt="2025-12-03T12:33:30.802" v="532"/>
          <ac:inkMkLst>
            <pc:docMk/>
            <pc:sldMk cId="0" sldId="271"/>
            <ac:inkMk id="5" creationId="{7E888C8C-6DB4-C9D3-2C6F-E196949A8A66}"/>
          </ac:inkMkLst>
        </pc:inkChg>
        <pc:inkChg chg="add">
          <ac:chgData name="Suyasha Nepal" userId="S::snepal@infinite.com::8cce4cf1-154d-4750-93eb-ff635245ff5e" providerId="AD" clId="Web-{B3BC7083-1ECF-B62E-691C-86D630213DED}" dt="2025-12-03T12:36:08.358" v="541"/>
          <ac:inkMkLst>
            <pc:docMk/>
            <pc:sldMk cId="0" sldId="271"/>
            <ac:inkMk id="8" creationId="{8A14B4AB-2FB3-6429-0A48-1390E81DE5E4}"/>
          </ac:inkMkLst>
        </pc:inkChg>
        <pc:inkChg chg="add">
          <ac:chgData name="Suyasha Nepal" userId="S::snepal@infinite.com::8cce4cf1-154d-4750-93eb-ff635245ff5e" providerId="AD" clId="Web-{B3BC7083-1ECF-B62E-691C-86D630213DED}" dt="2025-12-03T12:36:12.077" v="542"/>
          <ac:inkMkLst>
            <pc:docMk/>
            <pc:sldMk cId="0" sldId="271"/>
            <ac:inkMk id="9" creationId="{21A0F468-6914-7903-A26C-89B8BFF633EF}"/>
          </ac:inkMkLst>
        </pc:inkChg>
        <pc:inkChg chg="add del">
          <ac:chgData name="Suyasha Nepal" userId="S::snepal@infinite.com::8cce4cf1-154d-4750-93eb-ff635245ff5e" providerId="AD" clId="Web-{B3BC7083-1ECF-B62E-691C-86D630213DED}" dt="2025-12-03T12:36:22.094" v="544"/>
          <ac:inkMkLst>
            <pc:docMk/>
            <pc:sldMk cId="0" sldId="271"/>
            <ac:inkMk id="10" creationId="{4AAE8D77-E7B4-37F2-1920-25348549AB2A}"/>
          </ac:inkMkLst>
        </pc:inkChg>
        <pc:inkChg chg="add">
          <ac:chgData name="Suyasha Nepal" userId="S::snepal@infinite.com::8cce4cf1-154d-4750-93eb-ff635245ff5e" providerId="AD" clId="Web-{B3BC7083-1ECF-B62E-691C-86D630213DED}" dt="2025-12-03T12:36:31.563" v="545"/>
          <ac:inkMkLst>
            <pc:docMk/>
            <pc:sldMk cId="0" sldId="271"/>
            <ac:inkMk id="11" creationId="{17CE8961-0304-195A-57E8-5801DBF36130}"/>
          </ac:inkMkLst>
        </pc:inkChg>
        <pc:inkChg chg="add">
          <ac:chgData name="Suyasha Nepal" userId="S::snepal@infinite.com::8cce4cf1-154d-4750-93eb-ff635245ff5e" providerId="AD" clId="Web-{B3BC7083-1ECF-B62E-691C-86D630213DED}" dt="2025-12-03T12:36:38.002" v="546"/>
          <ac:inkMkLst>
            <pc:docMk/>
            <pc:sldMk cId="0" sldId="271"/>
            <ac:inkMk id="12" creationId="{7067658D-B2F8-FB4B-2853-4639E39FFE25}"/>
          </ac:inkMkLst>
        </pc:inkChg>
        <pc:inkChg chg="add">
          <ac:chgData name="Suyasha Nepal" userId="S::snepal@infinite.com::8cce4cf1-154d-4750-93eb-ff635245ff5e" providerId="AD" clId="Web-{B3BC7083-1ECF-B62E-691C-86D630213DED}" dt="2025-12-03T12:36:45.721" v="547"/>
          <ac:inkMkLst>
            <pc:docMk/>
            <pc:sldMk cId="0" sldId="271"/>
            <ac:inkMk id="13" creationId="{D37CE16E-A550-B669-C7B0-21AA3FB66874}"/>
          </ac:inkMkLst>
        </pc:inkChg>
        <pc:inkChg chg="add del">
          <ac:chgData name="Suyasha Nepal" userId="S::snepal@infinite.com::8cce4cf1-154d-4750-93eb-ff635245ff5e" providerId="AD" clId="Web-{B3BC7083-1ECF-B62E-691C-86D630213DED}" dt="2025-12-03T12:37:00.441" v="549"/>
          <ac:inkMkLst>
            <pc:docMk/>
            <pc:sldMk cId="0" sldId="271"/>
            <ac:inkMk id="17" creationId="{9CDAECDB-957D-A64D-FEB6-356448B0608B}"/>
          </ac:inkMkLst>
        </pc:inkChg>
        <pc:inkChg chg="add">
          <ac:chgData name="Suyasha Nepal" userId="S::snepal@infinite.com::8cce4cf1-154d-4750-93eb-ff635245ff5e" providerId="AD" clId="Web-{B3BC7083-1ECF-B62E-691C-86D630213DED}" dt="2025-12-03T12:37:08.786" v="550"/>
          <ac:inkMkLst>
            <pc:docMk/>
            <pc:sldMk cId="0" sldId="271"/>
            <ac:inkMk id="18" creationId="{4A8DE023-1445-AEEE-C6DC-A9A4AD2B9401}"/>
          </ac:inkMkLst>
        </pc:inkChg>
        <pc:inkChg chg="add">
          <ac:chgData name="Suyasha Nepal" userId="S::snepal@infinite.com::8cce4cf1-154d-4750-93eb-ff635245ff5e" providerId="AD" clId="Web-{B3BC7083-1ECF-B62E-691C-86D630213DED}" dt="2025-12-03T12:37:17.474" v="551"/>
          <ac:inkMkLst>
            <pc:docMk/>
            <pc:sldMk cId="0" sldId="271"/>
            <ac:inkMk id="19" creationId="{771D199A-2A13-900B-9967-D1527EF6E4D2}"/>
          </ac:inkMkLst>
        </pc:inkChg>
        <pc:inkChg chg="add del">
          <ac:chgData name="Suyasha Nepal" userId="S::snepal@infinite.com::8cce4cf1-154d-4750-93eb-ff635245ff5e" providerId="AD" clId="Web-{B3BC7083-1ECF-B62E-691C-86D630213DED}" dt="2025-12-03T12:37:27.491" v="553"/>
          <ac:inkMkLst>
            <pc:docMk/>
            <pc:sldMk cId="0" sldId="271"/>
            <ac:inkMk id="21" creationId="{84A14C42-E879-0068-69C2-2C6ED45B9845}"/>
          </ac:inkMkLst>
        </pc:inkChg>
        <pc:inkChg chg="add">
          <ac:chgData name="Suyasha Nepal" userId="S::snepal@infinite.com::8cce4cf1-154d-4750-93eb-ff635245ff5e" providerId="AD" clId="Web-{B3BC7083-1ECF-B62E-691C-86D630213DED}" dt="2025-12-03T12:37:33.460" v="554"/>
          <ac:inkMkLst>
            <pc:docMk/>
            <pc:sldMk cId="0" sldId="271"/>
            <ac:inkMk id="22" creationId="{F52EAFD4-1129-E820-8277-DED1F1843D1B}"/>
          </ac:inkMkLst>
        </pc:inkChg>
        <pc:inkChg chg="add">
          <ac:chgData name="Suyasha Nepal" userId="S::snepal@infinite.com::8cce4cf1-154d-4750-93eb-ff635245ff5e" providerId="AD" clId="Web-{B3BC7083-1ECF-B62E-691C-86D630213DED}" dt="2025-12-03T12:37:41.867" v="555"/>
          <ac:inkMkLst>
            <pc:docMk/>
            <pc:sldMk cId="0" sldId="271"/>
            <ac:inkMk id="23" creationId="{0C05CF85-E3D9-1E69-ED9E-C5A87502C6A2}"/>
          </ac:inkMkLst>
        </pc:inkChg>
        <pc:inkChg chg="add">
          <ac:chgData name="Suyasha Nepal" userId="S::snepal@infinite.com::8cce4cf1-154d-4750-93eb-ff635245ff5e" providerId="AD" clId="Web-{B3BC7083-1ECF-B62E-691C-86D630213DED}" dt="2025-12-03T12:37:46.415" v="556"/>
          <ac:inkMkLst>
            <pc:docMk/>
            <pc:sldMk cId="0" sldId="271"/>
            <ac:inkMk id="24" creationId="{B110DAFE-D341-FF57-7A0C-D54972F22D5C}"/>
          </ac:inkMkLst>
        </pc:inkChg>
      </pc:sldChg>
      <pc:sldChg chg="delSp modSp">
        <pc:chgData name="Suyasha Nepal" userId="S::snepal@infinite.com::8cce4cf1-154d-4750-93eb-ff635245ff5e" providerId="AD" clId="Web-{B3BC7083-1ECF-B62E-691C-86D630213DED}" dt="2025-12-03T13:19:46.593" v="922" actId="1076"/>
        <pc:sldMkLst>
          <pc:docMk/>
          <pc:sldMk cId="4225707544" sldId="273"/>
        </pc:sldMkLst>
        <pc:spChg chg="mod">
          <ac:chgData name="Suyasha Nepal" userId="S::snepal@infinite.com::8cce4cf1-154d-4750-93eb-ff635245ff5e" providerId="AD" clId="Web-{B3BC7083-1ECF-B62E-691C-86D630213DED}" dt="2025-12-03T13:07:51.365" v="781" actId="1076"/>
          <ac:spMkLst>
            <pc:docMk/>
            <pc:sldMk cId="4225707544" sldId="273"/>
            <ac:spMk id="9" creationId="{DC47E2C0-E173-F408-D07E-FEF4B20D3DE2}"/>
          </ac:spMkLst>
        </pc:spChg>
        <pc:spChg chg="mod">
          <ac:chgData name="Suyasha Nepal" userId="S::snepal@infinite.com::8cce4cf1-154d-4750-93eb-ff635245ff5e" providerId="AD" clId="Web-{B3BC7083-1ECF-B62E-691C-86D630213DED}" dt="2025-12-03T12:55:31.573" v="665" actId="20577"/>
          <ac:spMkLst>
            <pc:docMk/>
            <pc:sldMk cId="4225707544" sldId="273"/>
            <ac:spMk id="13" creationId="{4D1805EE-135D-DD75-169C-1BAFE8366D85}"/>
          </ac:spMkLst>
        </pc:spChg>
        <pc:spChg chg="mod">
          <ac:chgData name="Suyasha Nepal" userId="S::snepal@infinite.com::8cce4cf1-154d-4750-93eb-ff635245ff5e" providerId="AD" clId="Web-{B3BC7083-1ECF-B62E-691C-86D630213DED}" dt="2025-12-03T13:19:46.593" v="922" actId="1076"/>
          <ac:spMkLst>
            <pc:docMk/>
            <pc:sldMk cId="4225707544" sldId="273"/>
            <ac:spMk id="15" creationId="{818AE123-783F-8274-535E-8C100104A994}"/>
          </ac:spMkLst>
        </pc:spChg>
        <pc:spChg chg="del">
          <ac:chgData name="Suyasha Nepal" userId="S::snepal@infinite.com::8cce4cf1-154d-4750-93eb-ff635245ff5e" providerId="AD" clId="Web-{B3BC7083-1ECF-B62E-691C-86D630213DED}" dt="2025-12-03T12:54:05.987" v="657"/>
          <ac:spMkLst>
            <pc:docMk/>
            <pc:sldMk cId="4225707544" sldId="273"/>
            <ac:spMk id="21" creationId="{40A6856C-28FE-9F9C-F026-AF3AF26C1DF8}"/>
          </ac:spMkLst>
        </pc:spChg>
      </pc:sldChg>
      <pc:sldChg chg="modSp del">
        <pc:chgData name="Suyasha Nepal" userId="S::snepal@infinite.com::8cce4cf1-154d-4750-93eb-ff635245ff5e" providerId="AD" clId="Web-{B3BC7083-1ECF-B62E-691C-86D630213DED}" dt="2025-12-03T13:01:26.748" v="704"/>
        <pc:sldMkLst>
          <pc:docMk/>
          <pc:sldMk cId="946881239" sldId="274"/>
        </pc:sldMkLst>
        <pc:spChg chg="mod">
          <ac:chgData name="Suyasha Nepal" userId="S::snepal@infinite.com::8cce4cf1-154d-4750-93eb-ff635245ff5e" providerId="AD" clId="Web-{B3BC7083-1ECF-B62E-691C-86D630213DED}" dt="2025-12-03T13:00:45.762" v="700" actId="14100"/>
          <ac:spMkLst>
            <pc:docMk/>
            <pc:sldMk cId="946881239" sldId="274"/>
            <ac:spMk id="4" creationId="{C20CBD38-4CF7-E6CA-A4E8-72A052600996}"/>
          </ac:spMkLst>
        </pc:spChg>
        <pc:spChg chg="mod">
          <ac:chgData name="Suyasha Nepal" userId="S::snepal@infinite.com::8cce4cf1-154d-4750-93eb-ff635245ff5e" providerId="AD" clId="Web-{B3BC7083-1ECF-B62E-691C-86D630213DED}" dt="2025-12-03T12:59:43.432" v="693" actId="1076"/>
          <ac:spMkLst>
            <pc:docMk/>
            <pc:sldMk cId="946881239" sldId="274"/>
            <ac:spMk id="6" creationId="{3B7A8237-C5AB-ECF3-BFFA-0C39DA9068EB}"/>
          </ac:spMkLst>
        </pc:spChg>
      </pc:sldChg>
      <pc:sldChg chg="addSp delSp modSp ord">
        <pc:chgData name="Suyasha Nepal" userId="S::snepal@infinite.com::8cce4cf1-154d-4750-93eb-ff635245ff5e" providerId="AD" clId="Web-{B3BC7083-1ECF-B62E-691C-86D630213DED}" dt="2025-12-03T13:14:53.691" v="888" actId="1076"/>
        <pc:sldMkLst>
          <pc:docMk/>
          <pc:sldMk cId="1507962476" sldId="275"/>
        </pc:sldMkLst>
        <pc:spChg chg="add mod">
          <ac:chgData name="Suyasha Nepal" userId="S::snepal@infinite.com::8cce4cf1-154d-4750-93eb-ff635245ff5e" providerId="AD" clId="Web-{B3BC7083-1ECF-B62E-691C-86D630213DED}" dt="2025-12-03T11:49:43.102" v="20" actId="20577"/>
          <ac:spMkLst>
            <pc:docMk/>
            <pc:sldMk cId="1507962476" sldId="275"/>
            <ac:spMk id="3" creationId="{3066C4E3-7542-3C20-0BB2-D2EC52340737}"/>
          </ac:spMkLst>
        </pc:spChg>
        <pc:spChg chg="mod">
          <ac:chgData name="Suyasha Nepal" userId="S::snepal@infinite.com::8cce4cf1-154d-4750-93eb-ff635245ff5e" providerId="AD" clId="Web-{B3BC7083-1ECF-B62E-691C-86D630213DED}" dt="2025-12-03T11:50:20.073" v="33" actId="20577"/>
          <ac:spMkLst>
            <pc:docMk/>
            <pc:sldMk cId="1507962476" sldId="275"/>
            <ac:spMk id="6" creationId="{28A0D101-D809-8F62-40F5-52B42FCBA9F8}"/>
          </ac:spMkLst>
        </pc:spChg>
        <pc:spChg chg="mod">
          <ac:chgData name="Suyasha Nepal" userId="S::snepal@infinite.com::8cce4cf1-154d-4750-93eb-ff635245ff5e" providerId="AD" clId="Web-{B3BC7083-1ECF-B62E-691C-86D630213DED}" dt="2025-12-03T11:50:27.964" v="36" actId="1076"/>
          <ac:spMkLst>
            <pc:docMk/>
            <pc:sldMk cId="1507962476" sldId="275"/>
            <ac:spMk id="9" creationId="{47955557-F770-D912-B708-3AE54698CF80}"/>
          </ac:spMkLst>
        </pc:spChg>
        <pc:spChg chg="mod">
          <ac:chgData name="Suyasha Nepal" userId="S::snepal@infinite.com::8cce4cf1-154d-4750-93eb-ff635245ff5e" providerId="AD" clId="Web-{B3BC7083-1ECF-B62E-691C-86D630213DED}" dt="2025-12-03T11:52:20.187" v="97" actId="20577"/>
          <ac:spMkLst>
            <pc:docMk/>
            <pc:sldMk cId="1507962476" sldId="275"/>
            <ac:spMk id="15" creationId="{C850E2E0-22AA-45C7-CF06-E364F1FE6D67}"/>
          </ac:spMkLst>
        </pc:spChg>
        <pc:spChg chg="mod">
          <ac:chgData name="Suyasha Nepal" userId="S::snepal@infinite.com::8cce4cf1-154d-4750-93eb-ff635245ff5e" providerId="AD" clId="Web-{B3BC7083-1ECF-B62E-691C-86D630213DED}" dt="2025-12-03T11:52:25.047" v="99" actId="20577"/>
          <ac:spMkLst>
            <pc:docMk/>
            <pc:sldMk cId="1507962476" sldId="275"/>
            <ac:spMk id="18" creationId="{578D4CA3-4336-01BC-1B6A-93963E280F88}"/>
          </ac:spMkLst>
        </pc:spChg>
        <pc:spChg chg="mod">
          <ac:chgData name="Suyasha Nepal" userId="S::snepal@infinite.com::8cce4cf1-154d-4750-93eb-ff635245ff5e" providerId="AD" clId="Web-{B3BC7083-1ECF-B62E-691C-86D630213DED}" dt="2025-12-03T11:51:07.497" v="73" actId="20577"/>
          <ac:spMkLst>
            <pc:docMk/>
            <pc:sldMk cId="1507962476" sldId="275"/>
            <ac:spMk id="21" creationId="{1ECDB6CF-6548-0451-2196-8E540D1A45BF}"/>
          </ac:spMkLst>
        </pc:spChg>
        <pc:spChg chg="mod">
          <ac:chgData name="Suyasha Nepal" userId="S::snepal@infinite.com::8cce4cf1-154d-4750-93eb-ff635245ff5e" providerId="AD" clId="Web-{B3BC7083-1ECF-B62E-691C-86D630213DED}" dt="2025-12-03T11:51:59.499" v="92" actId="20577"/>
          <ac:spMkLst>
            <pc:docMk/>
            <pc:sldMk cId="1507962476" sldId="275"/>
            <ac:spMk id="30" creationId="{190EDAE3-EB79-EB21-442F-8D598AD8FE91}"/>
          </ac:spMkLst>
        </pc:spChg>
        <pc:spChg chg="mod">
          <ac:chgData name="Suyasha Nepal" userId="S::snepal@infinite.com::8cce4cf1-154d-4750-93eb-ff635245ff5e" providerId="AD" clId="Web-{B3BC7083-1ECF-B62E-691C-86D630213DED}" dt="2025-12-03T11:52:39.094" v="115" actId="20577"/>
          <ac:spMkLst>
            <pc:docMk/>
            <pc:sldMk cId="1507962476" sldId="275"/>
            <ac:spMk id="33" creationId="{81C62D3B-71C7-D315-56F1-71B90BF995D7}"/>
          </ac:spMkLst>
        </pc:spChg>
        <pc:spChg chg="mod">
          <ac:chgData name="Suyasha Nepal" userId="S::snepal@infinite.com::8cce4cf1-154d-4750-93eb-ff635245ff5e" providerId="AD" clId="Web-{B3BC7083-1ECF-B62E-691C-86D630213DED}" dt="2025-12-03T11:53:01.079" v="132" actId="20577"/>
          <ac:spMkLst>
            <pc:docMk/>
            <pc:sldMk cId="1507962476" sldId="275"/>
            <ac:spMk id="36" creationId="{ED99A628-F69C-E159-8480-3D2935932578}"/>
          </ac:spMkLst>
        </pc:spChg>
        <pc:spChg chg="mod">
          <ac:chgData name="Suyasha Nepal" userId="S::snepal@infinite.com::8cce4cf1-154d-4750-93eb-ff635245ff5e" providerId="AD" clId="Web-{B3BC7083-1ECF-B62E-691C-86D630213DED}" dt="2025-12-03T11:53:24.768" v="144" actId="20577"/>
          <ac:spMkLst>
            <pc:docMk/>
            <pc:sldMk cId="1507962476" sldId="275"/>
            <ac:spMk id="39" creationId="{F44D34F0-7E4D-6C8B-5DA7-FCCC8B47CB1E}"/>
          </ac:spMkLst>
        </pc:spChg>
        <pc:spChg chg="mod">
          <ac:chgData name="Suyasha Nepal" userId="S::snepal@infinite.com::8cce4cf1-154d-4750-93eb-ff635245ff5e" providerId="AD" clId="Web-{B3BC7083-1ECF-B62E-691C-86D630213DED}" dt="2025-12-03T11:53:47.456" v="158" actId="20577"/>
          <ac:spMkLst>
            <pc:docMk/>
            <pc:sldMk cId="1507962476" sldId="275"/>
            <ac:spMk id="42" creationId="{CCDCF4A9-6D46-B350-0F3D-2D36942DAAB6}"/>
          </ac:spMkLst>
        </pc:spChg>
        <pc:spChg chg="mod">
          <ac:chgData name="Suyasha Nepal" userId="S::snepal@infinite.com::8cce4cf1-154d-4750-93eb-ff635245ff5e" providerId="AD" clId="Web-{B3BC7083-1ECF-B62E-691C-86D630213DED}" dt="2025-12-03T11:54:08.222" v="185" actId="20577"/>
          <ac:spMkLst>
            <pc:docMk/>
            <pc:sldMk cId="1507962476" sldId="275"/>
            <ac:spMk id="45" creationId="{9D2E24F7-133D-8D77-D88C-3C3986A683CA}"/>
          </ac:spMkLst>
        </pc:spChg>
        <pc:spChg chg="mod">
          <ac:chgData name="Suyasha Nepal" userId="S::snepal@infinite.com::8cce4cf1-154d-4750-93eb-ff635245ff5e" providerId="AD" clId="Web-{B3BC7083-1ECF-B62E-691C-86D630213DED}" dt="2025-12-03T11:54:26.847" v="205" actId="20577"/>
          <ac:spMkLst>
            <pc:docMk/>
            <pc:sldMk cId="1507962476" sldId="275"/>
            <ac:spMk id="48" creationId="{4B889E4F-6AAA-90AB-D339-3F64476FF457}"/>
          </ac:spMkLst>
        </pc:spChg>
        <pc:spChg chg="add mod">
          <ac:chgData name="Suyasha Nepal" userId="S::snepal@infinite.com::8cce4cf1-154d-4750-93eb-ff635245ff5e" providerId="AD" clId="Web-{B3BC7083-1ECF-B62E-691C-86D630213DED}" dt="2025-12-03T11:56:03.412" v="224" actId="1076"/>
          <ac:spMkLst>
            <pc:docMk/>
            <pc:sldMk cId="1507962476" sldId="275"/>
            <ac:spMk id="53" creationId="{03647D30-ED03-0951-4DE7-EB63A68E0FA1}"/>
          </ac:spMkLst>
        </pc:spChg>
        <pc:spChg chg="add mod">
          <ac:chgData name="Suyasha Nepal" userId="S::snepal@infinite.com::8cce4cf1-154d-4750-93eb-ff635245ff5e" providerId="AD" clId="Web-{B3BC7083-1ECF-B62E-691C-86D630213DED}" dt="2025-12-03T11:57:04.023" v="238" actId="1076"/>
          <ac:spMkLst>
            <pc:docMk/>
            <pc:sldMk cId="1507962476" sldId="275"/>
            <ac:spMk id="55" creationId="{96EB1A24-EE1F-F0FB-9CD0-FE8D4306A862}"/>
          </ac:spMkLst>
        </pc:spChg>
        <pc:spChg chg="add mod">
          <ac:chgData name="Suyasha Nepal" userId="S::snepal@infinite.com::8cce4cf1-154d-4750-93eb-ff635245ff5e" providerId="AD" clId="Web-{B3BC7083-1ECF-B62E-691C-86D630213DED}" dt="2025-12-03T11:57:10.914" v="241" actId="1076"/>
          <ac:spMkLst>
            <pc:docMk/>
            <pc:sldMk cId="1507962476" sldId="275"/>
            <ac:spMk id="57" creationId="{FBE5226E-9A4C-0213-A306-2A3DB24D3BAC}"/>
          </ac:spMkLst>
        </pc:spChg>
        <pc:spChg chg="add mod">
          <ac:chgData name="Suyasha Nepal" userId="S::snepal@infinite.com::8cce4cf1-154d-4750-93eb-ff635245ff5e" providerId="AD" clId="Web-{B3BC7083-1ECF-B62E-691C-86D630213DED}" dt="2025-12-03T11:57:20.852" v="244" actId="1076"/>
          <ac:spMkLst>
            <pc:docMk/>
            <pc:sldMk cId="1507962476" sldId="275"/>
            <ac:spMk id="59" creationId="{F0340CAD-D37D-D04E-72BF-D88213E6EC39}"/>
          </ac:spMkLst>
        </pc:spChg>
        <pc:spChg chg="add mod">
          <ac:chgData name="Suyasha Nepal" userId="S::snepal@infinite.com::8cce4cf1-154d-4750-93eb-ff635245ff5e" providerId="AD" clId="Web-{B3BC7083-1ECF-B62E-691C-86D630213DED}" dt="2025-12-03T11:57:29.508" v="247" actId="1076"/>
          <ac:spMkLst>
            <pc:docMk/>
            <pc:sldMk cId="1507962476" sldId="275"/>
            <ac:spMk id="61" creationId="{5C89CDF5-7DD2-AD46-1AA1-785CFC0290E4}"/>
          </ac:spMkLst>
        </pc:spChg>
        <pc:spChg chg="add mod">
          <ac:chgData name="Suyasha Nepal" userId="S::snepal@infinite.com::8cce4cf1-154d-4750-93eb-ff635245ff5e" providerId="AD" clId="Web-{B3BC7083-1ECF-B62E-691C-86D630213DED}" dt="2025-12-03T11:57:44.087" v="251" actId="1076"/>
          <ac:spMkLst>
            <pc:docMk/>
            <pc:sldMk cId="1507962476" sldId="275"/>
            <ac:spMk id="63" creationId="{D1754493-9E0E-5815-E9AD-1E9F7A2AC865}"/>
          </ac:spMkLst>
        </pc:spChg>
        <pc:spChg chg="add mod">
          <ac:chgData name="Suyasha Nepal" userId="S::snepal@infinite.com::8cce4cf1-154d-4750-93eb-ff635245ff5e" providerId="AD" clId="Web-{B3BC7083-1ECF-B62E-691C-86D630213DED}" dt="2025-12-03T11:57:52.946" v="254" actId="1076"/>
          <ac:spMkLst>
            <pc:docMk/>
            <pc:sldMk cId="1507962476" sldId="275"/>
            <ac:spMk id="65" creationId="{59B3E7A8-A9BB-2B22-AD23-5488150D455B}"/>
          </ac:spMkLst>
        </pc:spChg>
        <pc:spChg chg="add mod">
          <ac:chgData name="Suyasha Nepal" userId="S::snepal@infinite.com::8cce4cf1-154d-4750-93eb-ff635245ff5e" providerId="AD" clId="Web-{B3BC7083-1ECF-B62E-691C-86D630213DED}" dt="2025-12-03T11:58:00.134" v="256" actId="1076"/>
          <ac:spMkLst>
            <pc:docMk/>
            <pc:sldMk cId="1507962476" sldId="275"/>
            <ac:spMk id="67" creationId="{0A6C0DCA-CBBF-F378-E31F-D9CA786F9838}"/>
          </ac:spMkLst>
        </pc:spChg>
        <pc:spChg chg="add mod">
          <ac:chgData name="Suyasha Nepal" userId="S::snepal@infinite.com::8cce4cf1-154d-4750-93eb-ff635245ff5e" providerId="AD" clId="Web-{B3BC7083-1ECF-B62E-691C-86D630213DED}" dt="2025-12-03T11:58:07.743" v="258" actId="1076"/>
          <ac:spMkLst>
            <pc:docMk/>
            <pc:sldMk cId="1507962476" sldId="275"/>
            <ac:spMk id="69" creationId="{1B155D5B-84E6-F5F3-E1B1-EAA7A35B860A}"/>
          </ac:spMkLst>
        </pc:spChg>
        <pc:spChg chg="add del mod">
          <ac:chgData name="Suyasha Nepal" userId="S::snepal@infinite.com::8cce4cf1-154d-4750-93eb-ff635245ff5e" providerId="AD" clId="Web-{B3BC7083-1ECF-B62E-691C-86D630213DED}" dt="2025-12-03T13:14:20.048" v="882" actId="1076"/>
          <ac:spMkLst>
            <pc:docMk/>
            <pc:sldMk cId="1507962476" sldId="275"/>
            <ac:spMk id="71" creationId="{32924FE7-3C6C-D052-5AF4-325F0C806B26}"/>
          </ac:spMkLst>
        </pc:spChg>
        <pc:spChg chg="add mod">
          <ac:chgData name="Suyasha Nepal" userId="S::snepal@infinite.com::8cce4cf1-154d-4750-93eb-ff635245ff5e" providerId="AD" clId="Web-{B3BC7083-1ECF-B62E-691C-86D630213DED}" dt="2025-12-03T13:14:22.454" v="883" actId="1076"/>
          <ac:spMkLst>
            <pc:docMk/>
            <pc:sldMk cId="1507962476" sldId="275"/>
            <ac:spMk id="72" creationId="{230CFA6C-E889-C259-3772-B968D64FD516}"/>
          </ac:spMkLst>
        </pc:spChg>
        <pc:spChg chg="add mod">
          <ac:chgData name="Suyasha Nepal" userId="S::snepal@infinite.com::8cce4cf1-154d-4750-93eb-ff635245ff5e" providerId="AD" clId="Web-{B3BC7083-1ECF-B62E-691C-86D630213DED}" dt="2025-12-03T13:14:49.597" v="887" actId="1076"/>
          <ac:spMkLst>
            <pc:docMk/>
            <pc:sldMk cId="1507962476" sldId="275"/>
            <ac:spMk id="73" creationId="{5F776AE3-7E61-A4DB-BDA7-CA074FB9A2F7}"/>
          </ac:spMkLst>
        </pc:spChg>
        <pc:spChg chg="add mod">
          <ac:chgData name="Suyasha Nepal" userId="S::snepal@infinite.com::8cce4cf1-154d-4750-93eb-ff635245ff5e" providerId="AD" clId="Web-{B3BC7083-1ECF-B62E-691C-86D630213DED}" dt="2025-12-03T13:14:53.691" v="888" actId="1076"/>
          <ac:spMkLst>
            <pc:docMk/>
            <pc:sldMk cId="1507962476" sldId="275"/>
            <ac:spMk id="74" creationId="{C2B7B674-8BE2-5C6F-F4F3-B53DD17A92F3}"/>
          </ac:spMkLst>
        </pc:spChg>
        <pc:spChg chg="mod">
          <ac:chgData name="Suyasha Nepal" userId="S::snepal@infinite.com::8cce4cf1-154d-4750-93eb-ff635245ff5e" providerId="AD" clId="Web-{B3BC7083-1ECF-B62E-691C-86D630213DED}" dt="2025-12-03T11:52:44.688" v="116" actId="20577"/>
          <ac:spMkLst>
            <pc:docMk/>
            <pc:sldMk cId="1507962476" sldId="275"/>
            <ac:spMk id="85" creationId="{59CDD052-70B6-573B-4DB2-925452251C79}"/>
          </ac:spMkLst>
        </pc:spChg>
        <pc:grpChg chg="add mod">
          <ac:chgData name="Suyasha Nepal" userId="S::snepal@infinite.com::8cce4cf1-154d-4750-93eb-ff635245ff5e" providerId="AD" clId="Web-{B3BC7083-1ECF-B62E-691C-86D630213DED}" dt="2025-12-03T11:56:37.429" v="233" actId="1076"/>
          <ac:grpSpMkLst>
            <pc:docMk/>
            <pc:sldMk cId="1507962476" sldId="275"/>
            <ac:grpSpMk id="4" creationId="{4DDF1DA1-9D39-2B05-400B-A59985DA57FB}"/>
          </ac:grpSpMkLst>
        </pc:grpChg>
        <pc:grpChg chg="add del">
          <ac:chgData name="Suyasha Nepal" userId="S::snepal@infinite.com::8cce4cf1-154d-4750-93eb-ff635245ff5e" providerId="AD" clId="Web-{B3BC7083-1ECF-B62E-691C-86D630213DED}" dt="2025-12-03T11:50:28.198" v="37"/>
          <ac:grpSpMkLst>
            <pc:docMk/>
            <pc:sldMk cId="1507962476" sldId="275"/>
            <ac:grpSpMk id="7" creationId="{9B2223F0-E773-630C-8C48-4689A6BA8588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1:56:30.882" v="231" actId="1076"/>
          <ac:grpSpMkLst>
            <pc:docMk/>
            <pc:sldMk cId="1507962476" sldId="275"/>
            <ac:grpSpMk id="10" creationId="{F92E5E7A-3038-BD34-7833-AA1DC56093CA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4:09.972" v="186"/>
          <ac:grpSpMkLst>
            <pc:docMk/>
            <pc:sldMk cId="1507962476" sldId="275"/>
            <ac:grpSpMk id="11" creationId="{5B1EC86F-9484-D703-05AB-4AB281D4CC1F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1:56:29.694" v="230" actId="1076"/>
          <ac:grpSpMkLst>
            <pc:docMk/>
            <pc:sldMk cId="1507962476" sldId="275"/>
            <ac:grpSpMk id="16" creationId="{6C219F3B-7E96-0F74-F268-A99DA92678D0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1:56:51.867" v="236" actId="1076"/>
          <ac:grpSpMkLst>
            <pc:docMk/>
            <pc:sldMk cId="1507962476" sldId="275"/>
            <ac:grpSpMk id="19" creationId="{38FAB384-D6BA-EE90-F3A0-868C7AFC717B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1:55:44.912" v="219" actId="1076"/>
          <ac:grpSpMkLst>
            <pc:docMk/>
            <pc:sldMk cId="1507962476" sldId="275"/>
            <ac:grpSpMk id="22" creationId="{01A72488-BCD5-9D23-0C09-4B77966116EA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4:28.723" v="206"/>
          <ac:grpSpMkLst>
            <pc:docMk/>
            <pc:sldMk cId="1507962476" sldId="275"/>
            <ac:grpSpMk id="23" creationId="{4E4DA9EF-02C2-9C5E-D8CE-D8F55729E900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3:49.268" v="159"/>
          <ac:grpSpMkLst>
            <pc:docMk/>
            <pc:sldMk cId="1507962476" sldId="275"/>
            <ac:grpSpMk id="27" creationId="{9DFB3AF3-3847-D087-55AB-254EA93149AF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1:55:55.506" v="222" actId="1076"/>
          <ac:grpSpMkLst>
            <pc:docMk/>
            <pc:sldMk cId="1507962476" sldId="275"/>
            <ac:grpSpMk id="31" creationId="{9E724332-6F02-BB3A-4AF4-34348ACFC7F7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1:57:32.852" v="248" actId="1076"/>
          <ac:grpSpMkLst>
            <pc:docMk/>
            <pc:sldMk cId="1507962476" sldId="275"/>
            <ac:grpSpMk id="34" creationId="{0EE638CF-ECDB-3204-41F6-A506E9FDA0FF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1:57:36.602" v="249" actId="1076"/>
          <ac:grpSpMkLst>
            <pc:docMk/>
            <pc:sldMk cId="1507962476" sldId="275"/>
            <ac:grpSpMk id="37" creationId="{BC8488B5-AD9B-6BE6-2B48-1B5CCC0E840B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1:56:00.272" v="223" actId="1076"/>
          <ac:grpSpMkLst>
            <pc:docMk/>
            <pc:sldMk cId="1507962476" sldId="275"/>
            <ac:grpSpMk id="40" creationId="{F4CAEA56-445B-C967-800D-3BC58BBA0AC3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1:56:18.194" v="226" actId="1076"/>
          <ac:grpSpMkLst>
            <pc:docMk/>
            <pc:sldMk cId="1507962476" sldId="275"/>
            <ac:grpSpMk id="43" creationId="{853AFA41-C6EF-DDE0-C458-FC8B53306426}"/>
          </ac:grpSpMkLst>
        </pc:grpChg>
        <pc:grpChg chg="add mod">
          <ac:chgData name="Suyasha Nepal" userId="S::snepal@infinite.com::8cce4cf1-154d-4750-93eb-ff635245ff5e" providerId="AD" clId="Web-{B3BC7083-1ECF-B62E-691C-86D630213DED}" dt="2025-12-03T11:56:49.085" v="235" actId="1076"/>
          <ac:grpSpMkLst>
            <pc:docMk/>
            <pc:sldMk cId="1507962476" sldId="275"/>
            <ac:grpSpMk id="46" creationId="{1678A2AA-4799-5580-BB9C-B42206AA878A}"/>
          </ac:grpSpMkLst>
        </pc:grpChg>
        <pc:grpChg chg="mod">
          <ac:chgData name="Suyasha Nepal" userId="S::snepal@infinite.com::8cce4cf1-154d-4750-93eb-ff635245ff5e" providerId="AD" clId="Web-{B3BC7083-1ECF-B62E-691C-86D630213DED}" dt="2025-12-03T11:55:33.724" v="217" actId="1076"/>
          <ac:grpSpMkLst>
            <pc:docMk/>
            <pc:sldMk cId="1507962476" sldId="275"/>
            <ac:grpSpMk id="49" creationId="{42BE3C27-0006-96AC-F347-69F8B20A5C51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3:04.236" v="133"/>
          <ac:grpSpMkLst>
            <pc:docMk/>
            <pc:sldMk cId="1507962476" sldId="275"/>
            <ac:grpSpMk id="75" creationId="{BF0FA90B-F6C6-CE2C-8AD2-F03EF605EB75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3:27.564" v="145"/>
          <ac:grpSpMkLst>
            <pc:docMk/>
            <pc:sldMk cId="1507962476" sldId="275"/>
            <ac:grpSpMk id="80" creationId="{91D07AE7-3F39-E2DA-3DEB-8E7167794D95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2:45.001" v="117"/>
          <ac:grpSpMkLst>
            <pc:docMk/>
            <pc:sldMk cId="1507962476" sldId="275"/>
            <ac:grpSpMk id="83" creationId="{A7659078-5C92-F909-9D6D-8F839A93A37C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2:02.874" v="93"/>
          <ac:grpSpMkLst>
            <pc:docMk/>
            <pc:sldMk cId="1507962476" sldId="275"/>
            <ac:grpSpMk id="86" creationId="{D7CF488D-B853-8855-EB64-0E89B5579651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1:15.919" v="76"/>
          <ac:grpSpMkLst>
            <pc:docMk/>
            <pc:sldMk cId="1507962476" sldId="275"/>
            <ac:grpSpMk id="91" creationId="{2E92DF77-E7F0-BEE7-2654-F88CD3B6FF59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1:17.857" v="77"/>
          <ac:grpSpMkLst>
            <pc:docMk/>
            <pc:sldMk cId="1507962476" sldId="275"/>
            <ac:grpSpMk id="96" creationId="{FEF55FA7-B0CF-0F11-8FA3-0FF428A17F61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1:14.138" v="75"/>
          <ac:grpSpMkLst>
            <pc:docMk/>
            <pc:sldMk cId="1507962476" sldId="275"/>
            <ac:grpSpMk id="99" creationId="{B29B8118-7EAF-A767-F54B-56CCA30062F5}"/>
          </ac:grpSpMkLst>
        </pc:grpChg>
        <pc:grpChg chg="del">
          <ac:chgData name="Suyasha Nepal" userId="S::snepal@infinite.com::8cce4cf1-154d-4750-93eb-ff635245ff5e" providerId="AD" clId="Web-{B3BC7083-1ECF-B62E-691C-86D630213DED}" dt="2025-12-03T11:51:10.888" v="74"/>
          <ac:grpSpMkLst>
            <pc:docMk/>
            <pc:sldMk cId="1507962476" sldId="275"/>
            <ac:grpSpMk id="102" creationId="{2100E761-9CED-EB40-5C14-10424BFFC5DD}"/>
          </ac:grpSpMkLst>
        </pc:grpChg>
      </pc:sldChg>
      <pc:sldChg chg="modSp add ord replId">
        <pc:chgData name="Suyasha Nepal" userId="S::snepal@infinite.com::8cce4cf1-154d-4750-93eb-ff635245ff5e" providerId="AD" clId="Web-{B3BC7083-1ECF-B62E-691C-86D630213DED}" dt="2025-12-03T12:13:32.991" v="347" actId="20577"/>
        <pc:sldMkLst>
          <pc:docMk/>
          <pc:sldMk cId="2749805760" sldId="276"/>
        </pc:sldMkLst>
        <pc:spChg chg="mod">
          <ac:chgData name="Suyasha Nepal" userId="S::snepal@infinite.com::8cce4cf1-154d-4750-93eb-ff635245ff5e" providerId="AD" clId="Web-{B3BC7083-1ECF-B62E-691C-86D630213DED}" dt="2025-12-03T12:13:32.991" v="347" actId="20577"/>
          <ac:spMkLst>
            <pc:docMk/>
            <pc:sldMk cId="2749805760" sldId="276"/>
            <ac:spMk id="7" creationId="{D60651E6-FFE0-5B4D-65E5-50E33E5F13C4}"/>
          </ac:spMkLst>
        </pc:spChg>
        <pc:spChg chg="mod">
          <ac:chgData name="Suyasha Nepal" userId="S::snepal@infinite.com::8cce4cf1-154d-4750-93eb-ff635245ff5e" providerId="AD" clId="Web-{B3BC7083-1ECF-B62E-691C-86D630213DED}" dt="2025-12-03T12:08:00.808" v="303" actId="20577"/>
          <ac:spMkLst>
            <pc:docMk/>
            <pc:sldMk cId="2749805760" sldId="276"/>
            <ac:spMk id="9" creationId="{12A9D1CB-F332-AE5A-C77C-D63C3E84FA5A}"/>
          </ac:spMkLst>
        </pc:spChg>
      </pc:sldChg>
      <pc:sldChg chg="modSp add ord replId">
        <pc:chgData name="Suyasha Nepal" userId="S::snepal@infinite.com::8cce4cf1-154d-4750-93eb-ff635245ff5e" providerId="AD" clId="Web-{B3BC7083-1ECF-B62E-691C-86D630213DED}" dt="2025-12-03T13:17:05.400" v="905" actId="20577"/>
        <pc:sldMkLst>
          <pc:docMk/>
          <pc:sldMk cId="3180845000" sldId="277"/>
        </pc:sldMkLst>
        <pc:spChg chg="mod">
          <ac:chgData name="Suyasha Nepal" userId="S::snepal@infinite.com::8cce4cf1-154d-4750-93eb-ff635245ff5e" providerId="AD" clId="Web-{B3BC7083-1ECF-B62E-691C-86D630213DED}" dt="2025-12-03T13:17:05.400" v="905" actId="20577"/>
          <ac:spMkLst>
            <pc:docMk/>
            <pc:sldMk cId="3180845000" sldId="277"/>
            <ac:spMk id="7" creationId="{227E6973-57C3-64DB-6F6D-59019368FD60}"/>
          </ac:spMkLst>
        </pc:spChg>
        <pc:spChg chg="mod">
          <ac:chgData name="Suyasha Nepal" userId="S::snepal@infinite.com::8cce4cf1-154d-4750-93eb-ff635245ff5e" providerId="AD" clId="Web-{B3BC7083-1ECF-B62E-691C-86D630213DED}" dt="2025-12-03T12:42:10.025" v="611" actId="1076"/>
          <ac:spMkLst>
            <pc:docMk/>
            <pc:sldMk cId="3180845000" sldId="277"/>
            <ac:spMk id="9" creationId="{04A5D874-6CDF-2B40-565A-F466083F37F5}"/>
          </ac:spMkLst>
        </pc:spChg>
      </pc:sldChg>
      <pc:sldChg chg="delSp modSp add del replId">
        <pc:chgData name="Suyasha Nepal" userId="S::snepal@infinite.com::8cce4cf1-154d-4750-93eb-ff635245ff5e" providerId="AD" clId="Web-{B3BC7083-1ECF-B62E-691C-86D630213DED}" dt="2025-12-03T12:59:18.399" v="688"/>
        <pc:sldMkLst>
          <pc:docMk/>
          <pc:sldMk cId="1509558564" sldId="278"/>
        </pc:sldMkLst>
        <pc:spChg chg="del">
          <ac:chgData name="Suyasha Nepal" userId="S::snepal@infinite.com::8cce4cf1-154d-4750-93eb-ff635245ff5e" providerId="AD" clId="Web-{B3BC7083-1ECF-B62E-691C-86D630213DED}" dt="2025-12-03T12:54:29.959" v="660"/>
          <ac:spMkLst>
            <pc:docMk/>
            <pc:sldMk cId="1509558564" sldId="278"/>
            <ac:spMk id="15" creationId="{4D6D8041-E2AE-338E-44DE-5F2BA0FC99AB}"/>
          </ac:spMkLst>
        </pc:spChg>
        <pc:spChg chg="mod">
          <ac:chgData name="Suyasha Nepal" userId="S::snepal@infinite.com::8cce4cf1-154d-4750-93eb-ff635245ff5e" providerId="AD" clId="Web-{B3BC7083-1ECF-B62E-691C-86D630213DED}" dt="2025-12-03T12:54:51.179" v="662" actId="1076"/>
          <ac:spMkLst>
            <pc:docMk/>
            <pc:sldMk cId="1509558564" sldId="278"/>
            <ac:spMk id="21" creationId="{E7F9A032-576E-5108-70D8-B4AF702F855B}"/>
          </ac:spMkLst>
        </pc:spChg>
      </pc:sldChg>
      <pc:sldChg chg="addSp delSp modSp add del replId">
        <pc:chgData name="Suyasha Nepal" userId="S::snepal@infinite.com::8cce4cf1-154d-4750-93eb-ff635245ff5e" providerId="AD" clId="Web-{B3BC7083-1ECF-B62E-691C-86D630213DED}" dt="2025-12-03T13:05:37.646" v="775"/>
        <pc:sldMkLst>
          <pc:docMk/>
          <pc:sldMk cId="3763496840" sldId="279"/>
        </pc:sldMkLst>
        <pc:spChg chg="add mod">
          <ac:chgData name="Suyasha Nepal" userId="S::snepal@infinite.com::8cce4cf1-154d-4750-93eb-ff635245ff5e" providerId="AD" clId="Web-{B3BC7083-1ECF-B62E-691C-86D630213DED}" dt="2025-12-03T12:56:32.687" v="673" actId="1076"/>
          <ac:spMkLst>
            <pc:docMk/>
            <pc:sldMk cId="3763496840" sldId="279"/>
            <ac:spMk id="3" creationId="{6E32E3D1-FC87-709F-E356-6B2E652E9EAE}"/>
          </ac:spMkLst>
        </pc:spChg>
        <pc:spChg chg="mod">
          <ac:chgData name="Suyasha Nepal" userId="S::snepal@infinite.com::8cce4cf1-154d-4750-93eb-ff635245ff5e" providerId="AD" clId="Web-{B3BC7083-1ECF-B62E-691C-86D630213DED}" dt="2025-12-03T12:58:53.851" v="687" actId="1076"/>
          <ac:spMkLst>
            <pc:docMk/>
            <pc:sldMk cId="3763496840" sldId="279"/>
            <ac:spMk id="9" creationId="{30A638A9-5D07-F1EA-3AC5-5E9D15C5F2F1}"/>
          </ac:spMkLst>
        </pc:spChg>
        <pc:spChg chg="del">
          <ac:chgData name="Suyasha Nepal" userId="S::snepal@infinite.com::8cce4cf1-154d-4750-93eb-ff635245ff5e" providerId="AD" clId="Web-{B3BC7083-1ECF-B62E-691C-86D630213DED}" dt="2025-12-03T12:56:22.577" v="672"/>
          <ac:spMkLst>
            <pc:docMk/>
            <pc:sldMk cId="3763496840" sldId="279"/>
            <ac:spMk id="15" creationId="{404EF36A-783E-9DEB-5458-B5FF57E8E142}"/>
          </ac:spMkLst>
        </pc:spChg>
      </pc:sldChg>
      <pc:sldChg chg="modSp add replId">
        <pc:chgData name="Suyasha Nepal" userId="S::snepal@infinite.com::8cce4cf1-154d-4750-93eb-ff635245ff5e" providerId="AD" clId="Web-{B3BC7083-1ECF-B62E-691C-86D630213DED}" dt="2025-12-03T13:18:18.684" v="915" actId="20577"/>
        <pc:sldMkLst>
          <pc:docMk/>
          <pc:sldMk cId="3257040397" sldId="280"/>
        </pc:sldMkLst>
        <pc:spChg chg="mod">
          <ac:chgData name="Suyasha Nepal" userId="S::snepal@infinite.com::8cce4cf1-154d-4750-93eb-ff635245ff5e" providerId="AD" clId="Web-{B3BC7083-1ECF-B62E-691C-86D630213DED}" dt="2025-12-03T13:18:18.684" v="915" actId="20577"/>
          <ac:spMkLst>
            <pc:docMk/>
            <pc:sldMk cId="3257040397" sldId="280"/>
            <ac:spMk id="4" creationId="{CB7B553B-C1AE-D17F-78EC-547EF74B115E}"/>
          </ac:spMkLst>
        </pc:spChg>
      </pc:sldChg>
      <pc:sldChg chg="modSp add del replId">
        <pc:chgData name="Suyasha Nepal" userId="S::snepal@infinite.com::8cce4cf1-154d-4750-93eb-ff635245ff5e" providerId="AD" clId="Web-{B3BC7083-1ECF-B62E-691C-86D630213DED}" dt="2025-12-03T13:01:55.593" v="710"/>
        <pc:sldMkLst>
          <pc:docMk/>
          <pc:sldMk cId="1792802556" sldId="281"/>
        </pc:sldMkLst>
        <pc:spChg chg="mod">
          <ac:chgData name="Suyasha Nepal" userId="S::snepal@infinite.com::8cce4cf1-154d-4750-93eb-ff635245ff5e" providerId="AD" clId="Web-{B3BC7083-1ECF-B62E-691C-86D630213DED}" dt="2025-12-03T13:01:11.732" v="703" actId="20577"/>
          <ac:spMkLst>
            <pc:docMk/>
            <pc:sldMk cId="1792802556" sldId="281"/>
            <ac:spMk id="4" creationId="{1321ADF7-7DB6-C938-4816-39A31B58C9AF}"/>
          </ac:spMkLst>
        </pc:spChg>
      </pc:sldChg>
      <pc:sldChg chg="modSp add del replId">
        <pc:chgData name="Suyasha Nepal" userId="S::snepal@infinite.com::8cce4cf1-154d-4750-93eb-ff635245ff5e" providerId="AD" clId="Web-{B3BC7083-1ECF-B62E-691C-86D630213DED}" dt="2025-12-03T13:02:31.031" v="715"/>
        <pc:sldMkLst>
          <pc:docMk/>
          <pc:sldMk cId="2277291728" sldId="282"/>
        </pc:sldMkLst>
        <pc:spChg chg="mod">
          <ac:chgData name="Suyasha Nepal" userId="S::snepal@infinite.com::8cce4cf1-154d-4750-93eb-ff635245ff5e" providerId="AD" clId="Web-{B3BC7083-1ECF-B62E-691C-86D630213DED}" dt="2025-12-03T13:01:37.295" v="709" actId="20577"/>
          <ac:spMkLst>
            <pc:docMk/>
            <pc:sldMk cId="2277291728" sldId="282"/>
            <ac:spMk id="4" creationId="{E455C19F-1DAB-EE10-DD32-B45E63F92196}"/>
          </ac:spMkLst>
        </pc:spChg>
      </pc:sldChg>
      <pc:sldChg chg="modSp add del replId">
        <pc:chgData name="Suyasha Nepal" userId="S::snepal@infinite.com::8cce4cf1-154d-4750-93eb-ff635245ff5e" providerId="AD" clId="Web-{B3BC7083-1ECF-B62E-691C-86D630213DED}" dt="2025-12-03T13:13:20.310" v="881"/>
        <pc:sldMkLst>
          <pc:docMk/>
          <pc:sldMk cId="672563254" sldId="283"/>
        </pc:sldMkLst>
        <pc:spChg chg="mod">
          <ac:chgData name="Suyasha Nepal" userId="S::snepal@infinite.com::8cce4cf1-154d-4750-93eb-ff635245ff5e" providerId="AD" clId="Web-{B3BC7083-1ECF-B62E-691C-86D630213DED}" dt="2025-12-03T13:03:33.752" v="731" actId="1076"/>
          <ac:spMkLst>
            <pc:docMk/>
            <pc:sldMk cId="672563254" sldId="283"/>
            <ac:spMk id="4" creationId="{A29DD60F-C56E-B790-41FE-4803F9C4A9F2}"/>
          </ac:spMkLst>
        </pc:spChg>
      </pc:sldChg>
    </pc:docChg>
  </pc:docChgLst>
  <pc:docChgLst>
    <pc:chgData name="Suyasha Nepal" userId="S::snepal@infinite.com::8cce4cf1-154d-4750-93eb-ff635245ff5e" providerId="AD" clId="Web-{627D8029-BEDA-7EFE-74AE-61D072E13387}"/>
    <pc:docChg chg="modSld">
      <pc:chgData name="Suyasha Nepal" userId="S::snepal@infinite.com::8cce4cf1-154d-4750-93eb-ff635245ff5e" providerId="AD" clId="Web-{627D8029-BEDA-7EFE-74AE-61D072E13387}" dt="2025-12-04T03:39:11.321" v="24" actId="1076"/>
      <pc:docMkLst>
        <pc:docMk/>
      </pc:docMkLst>
      <pc:sldChg chg="modSp">
        <pc:chgData name="Suyasha Nepal" userId="S::snepal@infinite.com::8cce4cf1-154d-4750-93eb-ff635245ff5e" providerId="AD" clId="Web-{627D8029-BEDA-7EFE-74AE-61D072E13387}" dt="2025-12-04T03:39:11.321" v="24" actId="1076"/>
        <pc:sldMkLst>
          <pc:docMk/>
          <pc:sldMk cId="0" sldId="258"/>
        </pc:sldMkLst>
        <pc:spChg chg="mod">
          <ac:chgData name="Suyasha Nepal" userId="S::snepal@infinite.com::8cce4cf1-154d-4750-93eb-ff635245ff5e" providerId="AD" clId="Web-{627D8029-BEDA-7EFE-74AE-61D072E13387}" dt="2025-12-04T03:39:11.321" v="24" actId="1076"/>
          <ac:spMkLst>
            <pc:docMk/>
            <pc:sldMk cId="0" sldId="258"/>
            <ac:spMk id="17" creationId="{C7A7A5A9-3527-C5EA-F34B-EDF1107E9A91}"/>
          </ac:spMkLst>
        </pc:spChg>
      </pc:sldChg>
      <pc:sldChg chg="modSp">
        <pc:chgData name="Suyasha Nepal" userId="S::snepal@infinite.com::8cce4cf1-154d-4750-93eb-ff635245ff5e" providerId="AD" clId="Web-{627D8029-BEDA-7EFE-74AE-61D072E13387}" dt="2025-12-04T03:38:42.427" v="20" actId="20577"/>
        <pc:sldMkLst>
          <pc:docMk/>
          <pc:sldMk cId="0" sldId="259"/>
        </pc:sldMkLst>
        <pc:spChg chg="mod">
          <ac:chgData name="Suyasha Nepal" userId="S::snepal@infinite.com::8cce4cf1-154d-4750-93eb-ff635245ff5e" providerId="AD" clId="Web-{627D8029-BEDA-7EFE-74AE-61D072E13387}" dt="2025-12-04T03:38:42.427" v="20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Suyasha Nepal" userId="S::snepal@infinite.com::8cce4cf1-154d-4750-93eb-ff635245ff5e" providerId="AD" clId="Web-{627D8029-BEDA-7EFE-74AE-61D072E13387}" dt="2025-12-04T03:36:37.315" v="5" actId="1076"/>
          <ac:spMkLst>
            <pc:docMk/>
            <pc:sldMk cId="0" sldId="259"/>
            <ac:spMk id="9" creationId="{00000000-0000-0000-0000-000000000000}"/>
          </ac:spMkLst>
        </pc:spChg>
      </pc:sldChg>
      <pc:sldChg chg="modSp">
        <pc:chgData name="Suyasha Nepal" userId="S::snepal@infinite.com::8cce4cf1-154d-4750-93eb-ff635245ff5e" providerId="AD" clId="Web-{627D8029-BEDA-7EFE-74AE-61D072E13387}" dt="2025-12-04T02:32:27.401" v="4" actId="1076"/>
        <pc:sldMkLst>
          <pc:docMk/>
          <pc:sldMk cId="0" sldId="265"/>
        </pc:sldMkLst>
        <pc:spChg chg="mod">
          <ac:chgData name="Suyasha Nepal" userId="S::snepal@infinite.com::8cce4cf1-154d-4750-93eb-ff635245ff5e" providerId="AD" clId="Web-{627D8029-BEDA-7EFE-74AE-61D072E13387}" dt="2025-12-04T02:32:08.230" v="1" actId="1076"/>
          <ac:spMkLst>
            <pc:docMk/>
            <pc:sldMk cId="0" sldId="265"/>
            <ac:spMk id="33" creationId="{F0E59CAC-B193-1693-7EAE-6F63EC2D21DF}"/>
          </ac:spMkLst>
        </pc:spChg>
        <pc:spChg chg="mod">
          <ac:chgData name="Suyasha Nepal" userId="S::snepal@infinite.com::8cce4cf1-154d-4750-93eb-ff635245ff5e" providerId="AD" clId="Web-{627D8029-BEDA-7EFE-74AE-61D072E13387}" dt="2025-12-04T02:32:27.401" v="4" actId="1076"/>
          <ac:spMkLst>
            <pc:docMk/>
            <pc:sldMk cId="0" sldId="265"/>
            <ac:spMk id="39" creationId="{166A06C4-505D-7A1C-E9D6-E8B8CAF5F8DD}"/>
          </ac:spMkLst>
        </pc:spChg>
        <pc:grpChg chg="mod">
          <ac:chgData name="Suyasha Nepal" userId="S::snepal@infinite.com::8cce4cf1-154d-4750-93eb-ff635245ff5e" providerId="AD" clId="Web-{627D8029-BEDA-7EFE-74AE-61D072E13387}" dt="2025-12-04T02:32:19.948" v="3" actId="1076"/>
          <ac:grpSpMkLst>
            <pc:docMk/>
            <pc:sldMk cId="0" sldId="265"/>
            <ac:grpSpMk id="34" creationId="{E99C7446-8C96-ABC9-1FCC-ABF8636365C9}"/>
          </ac:grpSpMkLst>
        </pc:grpChg>
      </pc:sldChg>
      <pc:sldChg chg="modSp">
        <pc:chgData name="Suyasha Nepal" userId="S::snepal@infinite.com::8cce4cf1-154d-4750-93eb-ff635245ff5e" providerId="AD" clId="Web-{627D8029-BEDA-7EFE-74AE-61D072E13387}" dt="2025-12-04T03:38:19.847" v="18" actId="1076"/>
        <pc:sldMkLst>
          <pc:docMk/>
          <pc:sldMk cId="4225707544" sldId="273"/>
        </pc:sldMkLst>
        <pc:spChg chg="mod">
          <ac:chgData name="Suyasha Nepal" userId="S::snepal@infinite.com::8cce4cf1-154d-4750-93eb-ff635245ff5e" providerId="AD" clId="Web-{627D8029-BEDA-7EFE-74AE-61D072E13387}" dt="2025-12-04T03:38:19.847" v="18" actId="1076"/>
          <ac:spMkLst>
            <pc:docMk/>
            <pc:sldMk cId="4225707544" sldId="273"/>
            <ac:spMk id="15" creationId="{818AE123-783F-8274-535E-8C100104A994}"/>
          </ac:spMkLst>
        </pc:spChg>
      </pc:sldChg>
    </pc:docChg>
  </pc:docChgLst>
  <pc:docChgLst>
    <pc:chgData name="Suyasha Nepal" userId="S::snepal@infinite.com::8cce4cf1-154d-4750-93eb-ff635245ff5e" providerId="AD" clId="Web-{0779AFAB-3DD5-0CC9-8BCA-BB8BDEB57E22}"/>
    <pc:docChg chg="addSld modSld">
      <pc:chgData name="Suyasha Nepal" userId="S::snepal@infinite.com::8cce4cf1-154d-4750-93eb-ff635245ff5e" providerId="AD" clId="Web-{0779AFAB-3DD5-0CC9-8BCA-BB8BDEB57E22}" dt="2025-12-03T16:30:10.084" v="336" actId="20577"/>
      <pc:docMkLst>
        <pc:docMk/>
      </pc:docMkLst>
      <pc:sldChg chg="modSp">
        <pc:chgData name="Suyasha Nepal" userId="S::snepal@infinite.com::8cce4cf1-154d-4750-93eb-ff635245ff5e" providerId="AD" clId="Web-{0779AFAB-3DD5-0CC9-8BCA-BB8BDEB57E22}" dt="2025-12-03T15:04:06.422" v="86" actId="1076"/>
        <pc:sldMkLst>
          <pc:docMk/>
          <pc:sldMk cId="0" sldId="256"/>
        </pc:sldMkLst>
        <pc:spChg chg="mod">
          <ac:chgData name="Suyasha Nepal" userId="S::snepal@infinite.com::8cce4cf1-154d-4750-93eb-ff635245ff5e" providerId="AD" clId="Web-{0779AFAB-3DD5-0CC9-8BCA-BB8BDEB57E22}" dt="2025-12-03T15:04:06.422" v="86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uyasha Nepal" userId="S::snepal@infinite.com::8cce4cf1-154d-4750-93eb-ff635245ff5e" providerId="AD" clId="Web-{0779AFAB-3DD5-0CC9-8BCA-BB8BDEB57E22}" dt="2025-12-03T15:03:59.906" v="85" actId="1076"/>
          <ac:spMkLst>
            <pc:docMk/>
            <pc:sldMk cId="0" sldId="256"/>
            <ac:spMk id="19" creationId="{168D1A9B-D1AA-C631-8ECA-971F4B2C4967}"/>
          </ac:spMkLst>
        </pc:spChg>
      </pc:sldChg>
      <pc:sldChg chg="delSp modSp">
        <pc:chgData name="Suyasha Nepal" userId="S::snepal@infinite.com::8cce4cf1-154d-4750-93eb-ff635245ff5e" providerId="AD" clId="Web-{0779AFAB-3DD5-0CC9-8BCA-BB8BDEB57E22}" dt="2025-12-03T15:20:21.721" v="194" actId="20577"/>
        <pc:sldMkLst>
          <pc:docMk/>
          <pc:sldMk cId="0" sldId="258"/>
        </pc:sldMkLst>
        <pc:spChg chg="del">
          <ac:chgData name="Suyasha Nepal" userId="S::snepal@infinite.com::8cce4cf1-154d-4750-93eb-ff635245ff5e" providerId="AD" clId="Web-{0779AFAB-3DD5-0CC9-8BCA-BB8BDEB57E22}" dt="2025-12-03T14:58:57.319" v="0"/>
          <ac:spMkLst>
            <pc:docMk/>
            <pc:sldMk cId="0" sldId="258"/>
            <ac:spMk id="3" creationId="{00000000-0000-0000-0000-000000000000}"/>
          </ac:spMkLst>
        </pc:spChg>
        <pc:spChg chg="mod">
          <ac:chgData name="Suyasha Nepal" userId="S::snepal@infinite.com::8cce4cf1-154d-4750-93eb-ff635245ff5e" providerId="AD" clId="Web-{0779AFAB-3DD5-0CC9-8BCA-BB8BDEB57E22}" dt="2025-12-03T15:20:21.721" v="194" actId="20577"/>
          <ac:spMkLst>
            <pc:docMk/>
            <pc:sldMk cId="0" sldId="258"/>
            <ac:spMk id="19" creationId="{B5A04C87-3535-25A1-061D-FED687D0B740}"/>
          </ac:spMkLst>
        </pc:spChg>
      </pc:sldChg>
      <pc:sldChg chg="modSp">
        <pc:chgData name="Suyasha Nepal" userId="S::snepal@infinite.com::8cce4cf1-154d-4750-93eb-ff635245ff5e" providerId="AD" clId="Web-{0779AFAB-3DD5-0CC9-8BCA-BB8BDEB57E22}" dt="2025-12-03T16:18:42.311" v="299" actId="14100"/>
        <pc:sldMkLst>
          <pc:docMk/>
          <pc:sldMk cId="0" sldId="259"/>
        </pc:sldMkLst>
        <pc:spChg chg="mod">
          <ac:chgData name="Suyasha Nepal" userId="S::snepal@infinite.com::8cce4cf1-154d-4750-93eb-ff635245ff5e" providerId="AD" clId="Web-{0779AFAB-3DD5-0CC9-8BCA-BB8BDEB57E22}" dt="2025-12-03T16:18:42.311" v="299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Suyasha Nepal" userId="S::snepal@infinite.com::8cce4cf1-154d-4750-93eb-ff635245ff5e" providerId="AD" clId="Web-{0779AFAB-3DD5-0CC9-8BCA-BB8BDEB57E22}" dt="2025-12-03T16:18:24.419" v="295" actId="14100"/>
          <ac:spMkLst>
            <pc:docMk/>
            <pc:sldMk cId="0" sldId="259"/>
            <ac:spMk id="9" creationId="{00000000-0000-0000-0000-000000000000}"/>
          </ac:spMkLst>
        </pc:spChg>
      </pc:sldChg>
      <pc:sldChg chg="delSp modSp">
        <pc:chgData name="Suyasha Nepal" userId="S::snepal@infinite.com::8cce4cf1-154d-4750-93eb-ff635245ff5e" providerId="AD" clId="Web-{0779AFAB-3DD5-0CC9-8BCA-BB8BDEB57E22}" dt="2025-12-03T15:20:01.940" v="193" actId="20577"/>
        <pc:sldMkLst>
          <pc:docMk/>
          <pc:sldMk cId="0" sldId="263"/>
        </pc:sldMkLst>
        <pc:spChg chg="del">
          <ac:chgData name="Suyasha Nepal" userId="S::snepal@infinite.com::8cce4cf1-154d-4750-93eb-ff635245ff5e" providerId="AD" clId="Web-{0779AFAB-3DD5-0CC9-8BCA-BB8BDEB57E22}" dt="2025-12-03T14:59:08.835" v="1"/>
          <ac:spMkLst>
            <pc:docMk/>
            <pc:sldMk cId="0" sldId="263"/>
            <ac:spMk id="2" creationId="{00000000-0000-0000-0000-000000000000}"/>
          </ac:spMkLst>
        </pc:spChg>
        <pc:spChg chg="mod">
          <ac:chgData name="Suyasha Nepal" userId="S::snepal@infinite.com::8cce4cf1-154d-4750-93eb-ff635245ff5e" providerId="AD" clId="Web-{0779AFAB-3DD5-0CC9-8BCA-BB8BDEB57E22}" dt="2025-12-03T15:20:01.940" v="193" actId="20577"/>
          <ac:spMkLst>
            <pc:docMk/>
            <pc:sldMk cId="0" sldId="263"/>
            <ac:spMk id="14" creationId="{00000000-0000-0000-0000-000000000000}"/>
          </ac:spMkLst>
        </pc:spChg>
      </pc:sldChg>
      <pc:sldChg chg="delSp modSp">
        <pc:chgData name="Suyasha Nepal" userId="S::snepal@infinite.com::8cce4cf1-154d-4750-93eb-ff635245ff5e" providerId="AD" clId="Web-{0779AFAB-3DD5-0CC9-8BCA-BB8BDEB57E22}" dt="2025-12-03T15:17:24.013" v="171" actId="20577"/>
        <pc:sldMkLst>
          <pc:docMk/>
          <pc:sldMk cId="0" sldId="265"/>
        </pc:sldMkLst>
        <pc:spChg chg="del">
          <ac:chgData name="Suyasha Nepal" userId="S::snepal@infinite.com::8cce4cf1-154d-4750-93eb-ff635245ff5e" providerId="AD" clId="Web-{0779AFAB-3DD5-0CC9-8BCA-BB8BDEB57E22}" dt="2025-12-03T14:59:15.882" v="2"/>
          <ac:spMkLst>
            <pc:docMk/>
            <pc:sldMk cId="0" sldId="265"/>
            <ac:spMk id="7" creationId="{00000000-0000-0000-0000-000000000000}"/>
          </ac:spMkLst>
        </pc:spChg>
        <pc:spChg chg="mod">
          <ac:chgData name="Suyasha Nepal" userId="S::snepal@infinite.com::8cce4cf1-154d-4750-93eb-ff635245ff5e" providerId="AD" clId="Web-{0779AFAB-3DD5-0CC9-8BCA-BB8BDEB57E22}" dt="2025-12-03T15:17:24.013" v="171" actId="20577"/>
          <ac:spMkLst>
            <pc:docMk/>
            <pc:sldMk cId="0" sldId="265"/>
            <ac:spMk id="36" creationId="{EAA4FDB5-825E-28E7-FBED-6CCA2FE37BDA}"/>
          </ac:spMkLst>
        </pc:spChg>
      </pc:sldChg>
      <pc:sldChg chg="modSp">
        <pc:chgData name="Suyasha Nepal" userId="S::snepal@infinite.com::8cce4cf1-154d-4750-93eb-ff635245ff5e" providerId="AD" clId="Web-{0779AFAB-3DD5-0CC9-8BCA-BB8BDEB57E22}" dt="2025-12-03T15:12:43.498" v="167" actId="1076"/>
        <pc:sldMkLst>
          <pc:docMk/>
          <pc:sldMk cId="0" sldId="271"/>
        </pc:sldMkLst>
        <pc:picChg chg="mod">
          <ac:chgData name="Suyasha Nepal" userId="S::snepal@infinite.com::8cce4cf1-154d-4750-93eb-ff635245ff5e" providerId="AD" clId="Web-{0779AFAB-3DD5-0CC9-8BCA-BB8BDEB57E22}" dt="2025-12-03T15:12:43.498" v="167" actId="1076"/>
          <ac:picMkLst>
            <pc:docMk/>
            <pc:sldMk cId="0" sldId="271"/>
            <ac:picMk id="2" creationId="{CFA75E97-EC1A-9B19-3D3B-9D1912A420D9}"/>
          </ac:picMkLst>
        </pc:picChg>
        <pc:picChg chg="mod">
          <ac:chgData name="Suyasha Nepal" userId="S::snepal@infinite.com::8cce4cf1-154d-4750-93eb-ff635245ff5e" providerId="AD" clId="Web-{0779AFAB-3DD5-0CC9-8BCA-BB8BDEB57E22}" dt="2025-12-03T15:12:26.856" v="164" actId="1076"/>
          <ac:picMkLst>
            <pc:docMk/>
            <pc:sldMk cId="0" sldId="271"/>
            <ac:picMk id="50" creationId="{508A1D73-924B-892A-AB69-12592C0F4B96}"/>
          </ac:picMkLst>
        </pc:picChg>
        <pc:picChg chg="mod">
          <ac:chgData name="Suyasha Nepal" userId="S::snepal@infinite.com::8cce4cf1-154d-4750-93eb-ff635245ff5e" providerId="AD" clId="Web-{0779AFAB-3DD5-0CC9-8BCA-BB8BDEB57E22}" dt="2025-12-03T15:12:30.403" v="165" actId="1076"/>
          <ac:picMkLst>
            <pc:docMk/>
            <pc:sldMk cId="0" sldId="271"/>
            <ac:picMk id="51" creationId="{70CF7210-01C8-3F5B-1598-02E34D66F587}"/>
          </ac:picMkLst>
        </pc:picChg>
      </pc:sldChg>
      <pc:sldChg chg="modSp">
        <pc:chgData name="Suyasha Nepal" userId="S::snepal@infinite.com::8cce4cf1-154d-4750-93eb-ff635245ff5e" providerId="AD" clId="Web-{0779AFAB-3DD5-0CC9-8BCA-BB8BDEB57E22}" dt="2025-12-03T15:21:32.098" v="196" actId="1076"/>
        <pc:sldMkLst>
          <pc:docMk/>
          <pc:sldMk cId="4225707544" sldId="273"/>
        </pc:sldMkLst>
        <pc:spChg chg="mod">
          <ac:chgData name="Suyasha Nepal" userId="S::snepal@infinite.com::8cce4cf1-154d-4750-93eb-ff635245ff5e" providerId="AD" clId="Web-{0779AFAB-3DD5-0CC9-8BCA-BB8BDEB57E22}" dt="2025-12-03T15:00:26.525" v="6" actId="1076"/>
          <ac:spMkLst>
            <pc:docMk/>
            <pc:sldMk cId="4225707544" sldId="273"/>
            <ac:spMk id="9" creationId="{DC47E2C0-E173-F408-D07E-FEF4B20D3DE2}"/>
          </ac:spMkLst>
        </pc:spChg>
        <pc:spChg chg="mod">
          <ac:chgData name="Suyasha Nepal" userId="S::snepal@infinite.com::8cce4cf1-154d-4750-93eb-ff635245ff5e" providerId="AD" clId="Web-{0779AFAB-3DD5-0CC9-8BCA-BB8BDEB57E22}" dt="2025-12-03T15:21:32.098" v="196" actId="1076"/>
          <ac:spMkLst>
            <pc:docMk/>
            <pc:sldMk cId="4225707544" sldId="273"/>
            <ac:spMk id="13" creationId="{4D1805EE-135D-DD75-169C-1BAFE8366D85}"/>
          </ac:spMkLst>
        </pc:spChg>
        <pc:spChg chg="mod">
          <ac:chgData name="Suyasha Nepal" userId="S::snepal@infinite.com::8cce4cf1-154d-4750-93eb-ff635245ff5e" providerId="AD" clId="Web-{0779AFAB-3DD5-0CC9-8BCA-BB8BDEB57E22}" dt="2025-12-03T15:13:07.656" v="168" actId="20577"/>
          <ac:spMkLst>
            <pc:docMk/>
            <pc:sldMk cId="4225707544" sldId="273"/>
            <ac:spMk id="15" creationId="{818AE123-783F-8274-535E-8C100104A994}"/>
          </ac:spMkLst>
        </pc:spChg>
      </pc:sldChg>
      <pc:sldChg chg="modSp">
        <pc:chgData name="Suyasha Nepal" userId="S::snepal@infinite.com::8cce4cf1-154d-4750-93eb-ff635245ff5e" providerId="AD" clId="Web-{0779AFAB-3DD5-0CC9-8BCA-BB8BDEB57E22}" dt="2025-12-03T15:07:17.065" v="107" actId="1076"/>
        <pc:sldMkLst>
          <pc:docMk/>
          <pc:sldMk cId="1507962476" sldId="275"/>
        </pc:sldMkLst>
        <pc:spChg chg="mod">
          <ac:chgData name="Suyasha Nepal" userId="S::snepal@infinite.com::8cce4cf1-154d-4750-93eb-ff635245ff5e" providerId="AD" clId="Web-{0779AFAB-3DD5-0CC9-8BCA-BB8BDEB57E22}" dt="2025-12-03T15:06:48.315" v="97" actId="1076"/>
          <ac:spMkLst>
            <pc:docMk/>
            <pc:sldMk cId="1507962476" sldId="275"/>
            <ac:spMk id="53" creationId="{03647D30-ED03-0951-4DE7-EB63A68E0FA1}"/>
          </ac:spMkLst>
        </pc:spChg>
        <pc:spChg chg="mod">
          <ac:chgData name="Suyasha Nepal" userId="S::snepal@infinite.com::8cce4cf1-154d-4750-93eb-ff635245ff5e" providerId="AD" clId="Web-{0779AFAB-3DD5-0CC9-8BCA-BB8BDEB57E22}" dt="2025-12-03T15:06:48.331" v="98" actId="1076"/>
          <ac:spMkLst>
            <pc:docMk/>
            <pc:sldMk cId="1507962476" sldId="275"/>
            <ac:spMk id="55" creationId="{96EB1A24-EE1F-F0FB-9CD0-FE8D4306A862}"/>
          </ac:spMkLst>
        </pc:spChg>
        <pc:spChg chg="mod">
          <ac:chgData name="Suyasha Nepal" userId="S::snepal@infinite.com::8cce4cf1-154d-4750-93eb-ff635245ff5e" providerId="AD" clId="Web-{0779AFAB-3DD5-0CC9-8BCA-BB8BDEB57E22}" dt="2025-12-03T15:06:48.346" v="99" actId="1076"/>
          <ac:spMkLst>
            <pc:docMk/>
            <pc:sldMk cId="1507962476" sldId="275"/>
            <ac:spMk id="57" creationId="{FBE5226E-9A4C-0213-A306-2A3DB24D3BAC}"/>
          </ac:spMkLst>
        </pc:spChg>
        <pc:spChg chg="mod">
          <ac:chgData name="Suyasha Nepal" userId="S::snepal@infinite.com::8cce4cf1-154d-4750-93eb-ff635245ff5e" providerId="AD" clId="Web-{0779AFAB-3DD5-0CC9-8BCA-BB8BDEB57E22}" dt="2025-12-03T15:06:57.237" v="100" actId="1076"/>
          <ac:spMkLst>
            <pc:docMk/>
            <pc:sldMk cId="1507962476" sldId="275"/>
            <ac:spMk id="59" creationId="{F0340CAD-D37D-D04E-72BF-D88213E6EC39}"/>
          </ac:spMkLst>
        </pc:spChg>
        <pc:spChg chg="mod">
          <ac:chgData name="Suyasha Nepal" userId="S::snepal@infinite.com::8cce4cf1-154d-4750-93eb-ff635245ff5e" providerId="AD" clId="Web-{0779AFAB-3DD5-0CC9-8BCA-BB8BDEB57E22}" dt="2025-12-03T15:06:57.253" v="101" actId="1076"/>
          <ac:spMkLst>
            <pc:docMk/>
            <pc:sldMk cId="1507962476" sldId="275"/>
            <ac:spMk id="61" creationId="{5C89CDF5-7DD2-AD46-1AA1-785CFC0290E4}"/>
          </ac:spMkLst>
        </pc:spChg>
        <pc:spChg chg="mod">
          <ac:chgData name="Suyasha Nepal" userId="S::snepal@infinite.com::8cce4cf1-154d-4750-93eb-ff635245ff5e" providerId="AD" clId="Web-{0779AFAB-3DD5-0CC9-8BCA-BB8BDEB57E22}" dt="2025-12-03T15:06:57.268" v="102" actId="1076"/>
          <ac:spMkLst>
            <pc:docMk/>
            <pc:sldMk cId="1507962476" sldId="275"/>
            <ac:spMk id="63" creationId="{D1754493-9E0E-5815-E9AD-1E9F7A2AC865}"/>
          </ac:spMkLst>
        </pc:spChg>
        <pc:spChg chg="mod">
          <ac:chgData name="Suyasha Nepal" userId="S::snepal@infinite.com::8cce4cf1-154d-4750-93eb-ff635245ff5e" providerId="AD" clId="Web-{0779AFAB-3DD5-0CC9-8BCA-BB8BDEB57E22}" dt="2025-12-03T15:07:08.940" v="103" actId="1076"/>
          <ac:spMkLst>
            <pc:docMk/>
            <pc:sldMk cId="1507962476" sldId="275"/>
            <ac:spMk id="65" creationId="{59B3E7A8-A9BB-2B22-AD23-5488150D455B}"/>
          </ac:spMkLst>
        </pc:spChg>
        <pc:spChg chg="mod">
          <ac:chgData name="Suyasha Nepal" userId="S::snepal@infinite.com::8cce4cf1-154d-4750-93eb-ff635245ff5e" providerId="AD" clId="Web-{0779AFAB-3DD5-0CC9-8BCA-BB8BDEB57E22}" dt="2025-12-03T15:07:08.971" v="104" actId="1076"/>
          <ac:spMkLst>
            <pc:docMk/>
            <pc:sldMk cId="1507962476" sldId="275"/>
            <ac:spMk id="67" creationId="{0A6C0DCA-CBBF-F378-E31F-D9CA786F9838}"/>
          </ac:spMkLst>
        </pc:spChg>
        <pc:spChg chg="mod">
          <ac:chgData name="Suyasha Nepal" userId="S::snepal@infinite.com::8cce4cf1-154d-4750-93eb-ff635245ff5e" providerId="AD" clId="Web-{0779AFAB-3DD5-0CC9-8BCA-BB8BDEB57E22}" dt="2025-12-03T15:07:08.987" v="105" actId="1076"/>
          <ac:spMkLst>
            <pc:docMk/>
            <pc:sldMk cId="1507962476" sldId="275"/>
            <ac:spMk id="69" creationId="{1B155D5B-84E6-F5F3-E1B1-EAA7A35B860A}"/>
          </ac:spMkLst>
        </pc:spChg>
        <pc:spChg chg="mod">
          <ac:chgData name="Suyasha Nepal" userId="S::snepal@infinite.com::8cce4cf1-154d-4750-93eb-ff635245ff5e" providerId="AD" clId="Web-{0779AFAB-3DD5-0CC9-8BCA-BB8BDEB57E22}" dt="2025-12-03T15:07:17.050" v="106" actId="1076"/>
          <ac:spMkLst>
            <pc:docMk/>
            <pc:sldMk cId="1507962476" sldId="275"/>
            <ac:spMk id="71" creationId="{32924FE7-3C6C-D052-5AF4-325F0C806B26}"/>
          </ac:spMkLst>
        </pc:spChg>
        <pc:spChg chg="mod">
          <ac:chgData name="Suyasha Nepal" userId="S::snepal@infinite.com::8cce4cf1-154d-4750-93eb-ff635245ff5e" providerId="AD" clId="Web-{0779AFAB-3DD5-0CC9-8BCA-BB8BDEB57E22}" dt="2025-12-03T15:07:17.065" v="107" actId="1076"/>
          <ac:spMkLst>
            <pc:docMk/>
            <pc:sldMk cId="1507962476" sldId="275"/>
            <ac:spMk id="72" creationId="{230CFA6C-E889-C259-3772-B968D64FD516}"/>
          </ac:spMkLst>
        </pc:spChg>
        <pc:spChg chg="mod">
          <ac:chgData name="Suyasha Nepal" userId="S::snepal@infinite.com::8cce4cf1-154d-4750-93eb-ff635245ff5e" providerId="AD" clId="Web-{0779AFAB-3DD5-0CC9-8BCA-BB8BDEB57E22}" dt="2025-12-03T15:06:21.127" v="93" actId="1076"/>
          <ac:spMkLst>
            <pc:docMk/>
            <pc:sldMk cId="1507962476" sldId="275"/>
            <ac:spMk id="73" creationId="{5F776AE3-7E61-A4DB-BDA7-CA074FB9A2F7}"/>
          </ac:spMkLst>
        </pc:spChg>
        <pc:spChg chg="mod">
          <ac:chgData name="Suyasha Nepal" userId="S::snepal@infinite.com::8cce4cf1-154d-4750-93eb-ff635245ff5e" providerId="AD" clId="Web-{0779AFAB-3DD5-0CC9-8BCA-BB8BDEB57E22}" dt="2025-12-03T15:06:25.690" v="94" actId="1076"/>
          <ac:spMkLst>
            <pc:docMk/>
            <pc:sldMk cId="1507962476" sldId="275"/>
            <ac:spMk id="74" creationId="{C2B7B674-8BE2-5C6F-F4F3-B53DD17A92F3}"/>
          </ac:spMkLst>
        </pc:spChg>
        <pc:grpChg chg="mod">
          <ac:chgData name="Suyasha Nepal" userId="S::snepal@infinite.com::8cce4cf1-154d-4750-93eb-ff635245ff5e" providerId="AD" clId="Web-{0779AFAB-3DD5-0CC9-8BCA-BB8BDEB57E22}" dt="2025-12-03T15:01:56.137" v="60" actId="14100"/>
          <ac:grpSpMkLst>
            <pc:docMk/>
            <pc:sldMk cId="1507962476" sldId="275"/>
            <ac:grpSpMk id="4" creationId="{4DDF1DA1-9D39-2B05-400B-A59985DA57FB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169" v="61" actId="14100"/>
          <ac:grpSpMkLst>
            <pc:docMk/>
            <pc:sldMk cId="1507962476" sldId="275"/>
            <ac:grpSpMk id="10" creationId="{F92E5E7A-3038-BD34-7833-AA1DC56093CA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200" v="62" actId="14100"/>
          <ac:grpSpMkLst>
            <pc:docMk/>
            <pc:sldMk cId="1507962476" sldId="275"/>
            <ac:grpSpMk id="16" creationId="{6C219F3B-7E96-0F74-F268-A99DA92678D0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216" v="63" actId="14100"/>
          <ac:grpSpMkLst>
            <pc:docMk/>
            <pc:sldMk cId="1507962476" sldId="275"/>
            <ac:grpSpMk id="19" creationId="{38FAB384-D6BA-EE90-F3A0-868C7AFC717B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278" v="64" actId="14100"/>
          <ac:grpSpMkLst>
            <pc:docMk/>
            <pc:sldMk cId="1507962476" sldId="275"/>
            <ac:grpSpMk id="22" creationId="{01A72488-BCD5-9D23-0C09-4B77966116EA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341" v="65" actId="14100"/>
          <ac:grpSpMkLst>
            <pc:docMk/>
            <pc:sldMk cId="1507962476" sldId="275"/>
            <ac:grpSpMk id="31" creationId="{9E724332-6F02-BB3A-4AF4-34348ACFC7F7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372" v="66" actId="14100"/>
          <ac:grpSpMkLst>
            <pc:docMk/>
            <pc:sldMk cId="1507962476" sldId="275"/>
            <ac:grpSpMk id="34" creationId="{0EE638CF-ECDB-3204-41F6-A506E9FDA0FF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387" v="67" actId="14100"/>
          <ac:grpSpMkLst>
            <pc:docMk/>
            <pc:sldMk cId="1507962476" sldId="275"/>
            <ac:grpSpMk id="37" creationId="{BC8488B5-AD9B-6BE6-2B48-1B5CCC0E840B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419" v="68" actId="14100"/>
          <ac:grpSpMkLst>
            <pc:docMk/>
            <pc:sldMk cId="1507962476" sldId="275"/>
            <ac:grpSpMk id="40" creationId="{F4CAEA56-445B-C967-800D-3BC58BBA0AC3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450" v="69" actId="14100"/>
          <ac:grpSpMkLst>
            <pc:docMk/>
            <pc:sldMk cId="1507962476" sldId="275"/>
            <ac:grpSpMk id="43" creationId="{853AFA41-C6EF-DDE0-C458-FC8B53306426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466" v="70" actId="14100"/>
          <ac:grpSpMkLst>
            <pc:docMk/>
            <pc:sldMk cId="1507962476" sldId="275"/>
            <ac:grpSpMk id="46" creationId="{1678A2AA-4799-5580-BB9C-B42206AA878A}"/>
          </ac:grpSpMkLst>
        </pc:grpChg>
        <pc:grpChg chg="mod">
          <ac:chgData name="Suyasha Nepal" userId="S::snepal@infinite.com::8cce4cf1-154d-4750-93eb-ff635245ff5e" providerId="AD" clId="Web-{0779AFAB-3DD5-0CC9-8BCA-BB8BDEB57E22}" dt="2025-12-03T15:01:56.122" v="59" actId="14100"/>
          <ac:grpSpMkLst>
            <pc:docMk/>
            <pc:sldMk cId="1507962476" sldId="275"/>
            <ac:grpSpMk id="49" creationId="{42BE3C27-0006-96AC-F347-69F8B20A5C51}"/>
          </ac:grpSpMkLst>
        </pc:grpChg>
      </pc:sldChg>
      <pc:sldChg chg="modSp">
        <pc:chgData name="Suyasha Nepal" userId="S::snepal@infinite.com::8cce4cf1-154d-4750-93eb-ff635245ff5e" providerId="AD" clId="Web-{0779AFAB-3DD5-0CC9-8BCA-BB8BDEB57E22}" dt="2025-12-03T15:05:30.923" v="89" actId="1076"/>
        <pc:sldMkLst>
          <pc:docMk/>
          <pc:sldMk cId="2749805760" sldId="276"/>
        </pc:sldMkLst>
        <pc:spChg chg="mod">
          <ac:chgData name="Suyasha Nepal" userId="S::snepal@infinite.com::8cce4cf1-154d-4750-93eb-ff635245ff5e" providerId="AD" clId="Web-{0779AFAB-3DD5-0CC9-8BCA-BB8BDEB57E22}" dt="2025-12-03T15:05:30.923" v="89" actId="1076"/>
          <ac:spMkLst>
            <pc:docMk/>
            <pc:sldMk cId="2749805760" sldId="276"/>
            <ac:spMk id="7" creationId="{D60651E6-FFE0-5B4D-65E5-50E33E5F13C4}"/>
          </ac:spMkLst>
        </pc:spChg>
      </pc:sldChg>
      <pc:sldChg chg="modSp">
        <pc:chgData name="Suyasha Nepal" userId="S::snepal@infinite.com::8cce4cf1-154d-4750-93eb-ff635245ff5e" providerId="AD" clId="Web-{0779AFAB-3DD5-0CC9-8BCA-BB8BDEB57E22}" dt="2025-12-03T15:22:16.489" v="206" actId="20577"/>
        <pc:sldMkLst>
          <pc:docMk/>
          <pc:sldMk cId="3180845000" sldId="277"/>
        </pc:sldMkLst>
        <pc:spChg chg="mod">
          <ac:chgData name="Suyasha Nepal" userId="S::snepal@infinite.com::8cce4cf1-154d-4750-93eb-ff635245ff5e" providerId="AD" clId="Web-{0779AFAB-3DD5-0CC9-8BCA-BB8BDEB57E22}" dt="2025-12-03T15:22:16.489" v="206" actId="20577"/>
          <ac:spMkLst>
            <pc:docMk/>
            <pc:sldMk cId="3180845000" sldId="277"/>
            <ac:spMk id="7" creationId="{227E6973-57C3-64DB-6F6D-59019368FD60}"/>
          </ac:spMkLst>
        </pc:spChg>
      </pc:sldChg>
      <pc:sldChg chg="modSp">
        <pc:chgData name="Suyasha Nepal" userId="S::snepal@infinite.com::8cce4cf1-154d-4750-93eb-ff635245ff5e" providerId="AD" clId="Web-{0779AFAB-3DD5-0CC9-8BCA-BB8BDEB57E22}" dt="2025-12-03T15:13:42.159" v="170" actId="20577"/>
        <pc:sldMkLst>
          <pc:docMk/>
          <pc:sldMk cId="3257040397" sldId="280"/>
        </pc:sldMkLst>
        <pc:spChg chg="mod">
          <ac:chgData name="Suyasha Nepal" userId="S::snepal@infinite.com::8cce4cf1-154d-4750-93eb-ff635245ff5e" providerId="AD" clId="Web-{0779AFAB-3DD5-0CC9-8BCA-BB8BDEB57E22}" dt="2025-12-03T15:13:42.159" v="170" actId="20577"/>
          <ac:spMkLst>
            <pc:docMk/>
            <pc:sldMk cId="3257040397" sldId="280"/>
            <ac:spMk id="4" creationId="{CB7B553B-C1AE-D17F-78EC-547EF74B115E}"/>
          </ac:spMkLst>
        </pc:spChg>
        <pc:spChg chg="mod">
          <ac:chgData name="Suyasha Nepal" userId="S::snepal@infinite.com::8cce4cf1-154d-4750-93eb-ff635245ff5e" providerId="AD" clId="Web-{0779AFAB-3DD5-0CC9-8BCA-BB8BDEB57E22}" dt="2025-12-03T15:00:38.588" v="8" actId="1076"/>
          <ac:spMkLst>
            <pc:docMk/>
            <pc:sldMk cId="3257040397" sldId="280"/>
            <ac:spMk id="6" creationId="{2193DE32-49B7-5AB7-BD86-A45A74ADE4C2}"/>
          </ac:spMkLst>
        </pc:spChg>
      </pc:sldChg>
      <pc:sldChg chg="addSp delSp modSp add replId">
        <pc:chgData name="Suyasha Nepal" userId="S::snepal@infinite.com::8cce4cf1-154d-4750-93eb-ff635245ff5e" providerId="AD" clId="Web-{0779AFAB-3DD5-0CC9-8BCA-BB8BDEB57E22}" dt="2025-12-03T16:30:10.084" v="336" actId="20577"/>
        <pc:sldMkLst>
          <pc:docMk/>
          <pc:sldMk cId="3878705739" sldId="281"/>
        </pc:sldMkLst>
        <pc:spChg chg="mod">
          <ac:chgData name="Suyasha Nepal" userId="S::snepal@infinite.com::8cce4cf1-154d-4750-93eb-ff635245ff5e" providerId="AD" clId="Web-{0779AFAB-3DD5-0CC9-8BCA-BB8BDEB57E22}" dt="2025-12-03T15:22:40.865" v="212" actId="20577"/>
          <ac:spMkLst>
            <pc:docMk/>
            <pc:sldMk cId="3878705739" sldId="281"/>
            <ac:spMk id="3" creationId="{35145ED6-563D-8662-9B5E-4AAD99ABF80A}"/>
          </ac:spMkLst>
        </pc:spChg>
        <pc:spChg chg="mod">
          <ac:chgData name="Suyasha Nepal" userId="S::snepal@infinite.com::8cce4cf1-154d-4750-93eb-ff635245ff5e" providerId="AD" clId="Web-{0779AFAB-3DD5-0CC9-8BCA-BB8BDEB57E22}" dt="2025-12-03T16:30:10.084" v="336" actId="20577"/>
          <ac:spMkLst>
            <pc:docMk/>
            <pc:sldMk cId="3878705739" sldId="281"/>
            <ac:spMk id="51" creationId="{1C633F89-3494-6C65-2467-F5E648039FDA}"/>
          </ac:spMkLst>
        </pc:spChg>
        <pc:spChg chg="del">
          <ac:chgData name="Suyasha Nepal" userId="S::snepal@infinite.com::8cce4cf1-154d-4750-93eb-ff635245ff5e" providerId="AD" clId="Web-{0779AFAB-3DD5-0CC9-8BCA-BB8BDEB57E22}" dt="2025-12-03T16:21:14.477" v="300"/>
          <ac:spMkLst>
            <pc:docMk/>
            <pc:sldMk cId="3878705739" sldId="281"/>
            <ac:spMk id="53" creationId="{097B7297-F19B-E2C9-DCFE-19AA85CD633B}"/>
          </ac:spMkLst>
        </pc:spChg>
        <pc:spChg chg="del">
          <ac:chgData name="Suyasha Nepal" userId="S::snepal@infinite.com::8cce4cf1-154d-4750-93eb-ff635245ff5e" providerId="AD" clId="Web-{0779AFAB-3DD5-0CC9-8BCA-BB8BDEB57E22}" dt="2025-12-03T16:21:23.868" v="304"/>
          <ac:spMkLst>
            <pc:docMk/>
            <pc:sldMk cId="3878705739" sldId="281"/>
            <ac:spMk id="55" creationId="{E7B7D53A-3FAD-E9D7-8D48-45F158FA381C}"/>
          </ac:spMkLst>
        </pc:spChg>
        <pc:spChg chg="del">
          <ac:chgData name="Suyasha Nepal" userId="S::snepal@infinite.com::8cce4cf1-154d-4750-93eb-ff635245ff5e" providerId="AD" clId="Web-{0779AFAB-3DD5-0CC9-8BCA-BB8BDEB57E22}" dt="2025-12-03T16:21:31.040" v="307"/>
          <ac:spMkLst>
            <pc:docMk/>
            <pc:sldMk cId="3878705739" sldId="281"/>
            <ac:spMk id="57" creationId="{8B1C1E67-5BAA-6866-15EF-7FF7E470D826}"/>
          </ac:spMkLst>
        </pc:spChg>
        <pc:spChg chg="del">
          <ac:chgData name="Suyasha Nepal" userId="S::snepal@infinite.com::8cce4cf1-154d-4750-93eb-ff635245ff5e" providerId="AD" clId="Web-{0779AFAB-3DD5-0CC9-8BCA-BB8BDEB57E22}" dt="2025-12-03T16:21:16.914" v="301"/>
          <ac:spMkLst>
            <pc:docMk/>
            <pc:sldMk cId="3878705739" sldId="281"/>
            <ac:spMk id="59" creationId="{2C7C6A37-A511-5441-9AAE-174819A795BD}"/>
          </ac:spMkLst>
        </pc:spChg>
        <pc:spChg chg="del">
          <ac:chgData name="Suyasha Nepal" userId="S::snepal@infinite.com::8cce4cf1-154d-4750-93eb-ff635245ff5e" providerId="AD" clId="Web-{0779AFAB-3DD5-0CC9-8BCA-BB8BDEB57E22}" dt="2025-12-03T16:21:25.712" v="305"/>
          <ac:spMkLst>
            <pc:docMk/>
            <pc:sldMk cId="3878705739" sldId="281"/>
            <ac:spMk id="61" creationId="{0FB6A82E-4E5B-5293-C301-4EEE22A9BD97}"/>
          </ac:spMkLst>
        </pc:spChg>
        <pc:spChg chg="del">
          <ac:chgData name="Suyasha Nepal" userId="S::snepal@infinite.com::8cce4cf1-154d-4750-93eb-ff635245ff5e" providerId="AD" clId="Web-{0779AFAB-3DD5-0CC9-8BCA-BB8BDEB57E22}" dt="2025-12-03T16:21:32.899" v="308"/>
          <ac:spMkLst>
            <pc:docMk/>
            <pc:sldMk cId="3878705739" sldId="281"/>
            <ac:spMk id="63" creationId="{96DB4CD2-85C7-66AD-70E4-74FC4450AFE6}"/>
          </ac:spMkLst>
        </pc:spChg>
        <pc:spChg chg="del">
          <ac:chgData name="Suyasha Nepal" userId="S::snepal@infinite.com::8cce4cf1-154d-4750-93eb-ff635245ff5e" providerId="AD" clId="Web-{0779AFAB-3DD5-0CC9-8BCA-BB8BDEB57E22}" dt="2025-12-03T16:21:18.727" v="302"/>
          <ac:spMkLst>
            <pc:docMk/>
            <pc:sldMk cId="3878705739" sldId="281"/>
            <ac:spMk id="65" creationId="{306A8B1C-47E1-22E9-502C-EB061509986F}"/>
          </ac:spMkLst>
        </pc:spChg>
        <pc:spChg chg="del">
          <ac:chgData name="Suyasha Nepal" userId="S::snepal@infinite.com::8cce4cf1-154d-4750-93eb-ff635245ff5e" providerId="AD" clId="Web-{0779AFAB-3DD5-0CC9-8BCA-BB8BDEB57E22}" dt="2025-12-03T16:21:35.696" v="309"/>
          <ac:spMkLst>
            <pc:docMk/>
            <pc:sldMk cId="3878705739" sldId="281"/>
            <ac:spMk id="67" creationId="{CB0B71AF-EECB-DC89-A6D9-2EC6ECA62B61}"/>
          </ac:spMkLst>
        </pc:spChg>
        <pc:spChg chg="del">
          <ac:chgData name="Suyasha Nepal" userId="S::snepal@infinite.com::8cce4cf1-154d-4750-93eb-ff635245ff5e" providerId="AD" clId="Web-{0779AFAB-3DD5-0CC9-8BCA-BB8BDEB57E22}" dt="2025-12-03T16:21:36.884" v="310"/>
          <ac:spMkLst>
            <pc:docMk/>
            <pc:sldMk cId="3878705739" sldId="281"/>
            <ac:spMk id="69" creationId="{5008DF8E-0257-032D-902F-20166D1D55D2}"/>
          </ac:spMkLst>
        </pc:spChg>
        <pc:spChg chg="del">
          <ac:chgData name="Suyasha Nepal" userId="S::snepal@infinite.com::8cce4cf1-154d-4750-93eb-ff635245ff5e" providerId="AD" clId="Web-{0779AFAB-3DD5-0CC9-8BCA-BB8BDEB57E22}" dt="2025-12-03T16:21:38.822" v="311"/>
          <ac:spMkLst>
            <pc:docMk/>
            <pc:sldMk cId="3878705739" sldId="281"/>
            <ac:spMk id="71" creationId="{D4D679E4-2EBE-AFA9-0A42-965819F436D8}"/>
          </ac:spMkLst>
        </pc:spChg>
        <pc:spChg chg="del">
          <ac:chgData name="Suyasha Nepal" userId="S::snepal@infinite.com::8cce4cf1-154d-4750-93eb-ff635245ff5e" providerId="AD" clId="Web-{0779AFAB-3DD5-0CC9-8BCA-BB8BDEB57E22}" dt="2025-12-03T16:21:40.634" v="312"/>
          <ac:spMkLst>
            <pc:docMk/>
            <pc:sldMk cId="3878705739" sldId="281"/>
            <ac:spMk id="72" creationId="{BE8E9ED3-26FE-37D5-0769-1F06B3DCAA31}"/>
          </ac:spMkLst>
        </pc:spChg>
        <pc:spChg chg="del">
          <ac:chgData name="Suyasha Nepal" userId="S::snepal@infinite.com::8cce4cf1-154d-4750-93eb-ff635245ff5e" providerId="AD" clId="Web-{0779AFAB-3DD5-0CC9-8BCA-BB8BDEB57E22}" dt="2025-12-03T16:21:21.665" v="303"/>
          <ac:spMkLst>
            <pc:docMk/>
            <pc:sldMk cId="3878705739" sldId="281"/>
            <ac:spMk id="73" creationId="{513628A2-0FDC-2197-F8FB-7FD6E1C95982}"/>
          </ac:spMkLst>
        </pc:spChg>
        <pc:spChg chg="del">
          <ac:chgData name="Suyasha Nepal" userId="S::snepal@infinite.com::8cce4cf1-154d-4750-93eb-ff635245ff5e" providerId="AD" clId="Web-{0779AFAB-3DD5-0CC9-8BCA-BB8BDEB57E22}" dt="2025-12-03T16:21:28.368" v="306"/>
          <ac:spMkLst>
            <pc:docMk/>
            <pc:sldMk cId="3878705739" sldId="281"/>
            <ac:spMk id="74" creationId="{9CA53C44-3733-4A37-2912-30B84BDAFD64}"/>
          </ac:spMkLst>
        </pc:spChg>
        <pc:grpChg chg="add del">
          <ac:chgData name="Suyasha Nepal" userId="S::snepal@infinite.com::8cce4cf1-154d-4750-93eb-ff635245ff5e" providerId="AD" clId="Web-{0779AFAB-3DD5-0CC9-8BCA-BB8BDEB57E22}" dt="2025-12-03T16:29:27.896" v="324"/>
          <ac:grpSpMkLst>
            <pc:docMk/>
            <pc:sldMk cId="3878705739" sldId="281"/>
            <ac:grpSpMk id="10" creationId="{DEC19666-D000-2043-93FD-8BC8F7605678}"/>
          </ac:grpSpMkLst>
        </pc:grpChg>
        <pc:grpChg chg="add del">
          <ac:chgData name="Suyasha Nepal" userId="S::snepal@infinite.com::8cce4cf1-154d-4750-93eb-ff635245ff5e" providerId="AD" clId="Web-{0779AFAB-3DD5-0CC9-8BCA-BB8BDEB57E22}" dt="2025-12-03T16:29:27.896" v="325"/>
          <ac:grpSpMkLst>
            <pc:docMk/>
            <pc:sldMk cId="3878705739" sldId="281"/>
            <ac:grpSpMk id="16" creationId="{EB4124D1-CE04-3413-7E40-0B000B9BF5E1}"/>
          </ac:grpSpMkLst>
        </pc:grpChg>
        <pc:grpChg chg="add del">
          <ac:chgData name="Suyasha Nepal" userId="S::snepal@infinite.com::8cce4cf1-154d-4750-93eb-ff635245ff5e" providerId="AD" clId="Web-{0779AFAB-3DD5-0CC9-8BCA-BB8BDEB57E22}" dt="2025-12-03T16:29:27.896" v="326"/>
          <ac:grpSpMkLst>
            <pc:docMk/>
            <pc:sldMk cId="3878705739" sldId="281"/>
            <ac:grpSpMk id="19" creationId="{887C01F5-385B-D4F9-02F3-2C5DE42E9D4D}"/>
          </ac:grpSpMkLst>
        </pc:grpChg>
        <pc:grpChg chg="add del">
          <ac:chgData name="Suyasha Nepal" userId="S::snepal@infinite.com::8cce4cf1-154d-4750-93eb-ff635245ff5e" providerId="AD" clId="Web-{0779AFAB-3DD5-0CC9-8BCA-BB8BDEB57E22}" dt="2025-12-03T16:29:27.896" v="327"/>
          <ac:grpSpMkLst>
            <pc:docMk/>
            <pc:sldMk cId="3878705739" sldId="281"/>
            <ac:grpSpMk id="31" creationId="{81FA6165-B599-6D7C-5D10-5B4BB03E7E52}"/>
          </ac:grpSpMkLst>
        </pc:grpChg>
        <pc:grpChg chg="add del">
          <ac:chgData name="Suyasha Nepal" userId="S::snepal@infinite.com::8cce4cf1-154d-4750-93eb-ff635245ff5e" providerId="AD" clId="Web-{0779AFAB-3DD5-0CC9-8BCA-BB8BDEB57E22}" dt="2025-12-03T16:29:27.896" v="328"/>
          <ac:grpSpMkLst>
            <pc:docMk/>
            <pc:sldMk cId="3878705739" sldId="281"/>
            <ac:grpSpMk id="34" creationId="{6C04C36B-683E-7C0D-3826-821BD601440E}"/>
          </ac:grpSpMkLst>
        </pc:grpChg>
        <pc:grpChg chg="add del">
          <ac:chgData name="Suyasha Nepal" userId="S::snepal@infinite.com::8cce4cf1-154d-4750-93eb-ff635245ff5e" providerId="AD" clId="Web-{0779AFAB-3DD5-0CC9-8BCA-BB8BDEB57E22}" dt="2025-12-03T16:29:27.896" v="329"/>
          <ac:grpSpMkLst>
            <pc:docMk/>
            <pc:sldMk cId="3878705739" sldId="281"/>
            <ac:grpSpMk id="37" creationId="{02224E2C-CF54-C704-FEFB-E668152B5C58}"/>
          </ac:grpSpMkLst>
        </pc:grpChg>
        <pc:grpChg chg="add del">
          <ac:chgData name="Suyasha Nepal" userId="S::snepal@infinite.com::8cce4cf1-154d-4750-93eb-ff635245ff5e" providerId="AD" clId="Web-{0779AFAB-3DD5-0CC9-8BCA-BB8BDEB57E22}" dt="2025-12-03T16:29:27.896" v="330"/>
          <ac:grpSpMkLst>
            <pc:docMk/>
            <pc:sldMk cId="3878705739" sldId="281"/>
            <ac:grpSpMk id="40" creationId="{B42D2719-0CBF-0897-A1D1-BF8251B2ABC8}"/>
          </ac:grpSpMkLst>
        </pc:grpChg>
        <pc:grpChg chg="add del">
          <ac:chgData name="Suyasha Nepal" userId="S::snepal@infinite.com::8cce4cf1-154d-4750-93eb-ff635245ff5e" providerId="AD" clId="Web-{0779AFAB-3DD5-0CC9-8BCA-BB8BDEB57E22}" dt="2025-12-03T16:29:27.896" v="331"/>
          <ac:grpSpMkLst>
            <pc:docMk/>
            <pc:sldMk cId="3878705739" sldId="281"/>
            <ac:grpSpMk id="43" creationId="{01CA14A9-02DB-B4B6-E316-7122D3C54540}"/>
          </ac:grpSpMkLst>
        </pc:grpChg>
        <pc:grpChg chg="add del">
          <ac:chgData name="Suyasha Nepal" userId="S::snepal@infinite.com::8cce4cf1-154d-4750-93eb-ff635245ff5e" providerId="AD" clId="Web-{0779AFAB-3DD5-0CC9-8BCA-BB8BDEB57E22}" dt="2025-12-03T16:29:27.896" v="332"/>
          <ac:grpSpMkLst>
            <pc:docMk/>
            <pc:sldMk cId="3878705739" sldId="281"/>
            <ac:grpSpMk id="46" creationId="{315C1077-1983-FEB5-52E9-D1EBF3EC3D6F}"/>
          </ac:grpSpMkLst>
        </pc:grpChg>
        <pc:grpChg chg="mod">
          <ac:chgData name="Suyasha Nepal" userId="S::snepal@infinite.com::8cce4cf1-154d-4750-93eb-ff635245ff5e" providerId="AD" clId="Web-{0779AFAB-3DD5-0CC9-8BCA-BB8BDEB57E22}" dt="2025-12-03T16:29:26.849" v="323" actId="1076"/>
          <ac:grpSpMkLst>
            <pc:docMk/>
            <pc:sldMk cId="3878705739" sldId="281"/>
            <ac:grpSpMk id="49" creationId="{25263B95-D03A-04F7-A074-F48ABE91E696}"/>
          </ac:grpSpMkLst>
        </pc:grpChg>
      </pc:sldChg>
    </pc:docChg>
  </pc:docChgLst>
  <pc:docChgLst>
    <pc:chgData name="Suyasha Nepal" userId="S::snepal@infinite.com::8cce4cf1-154d-4750-93eb-ff635245ff5e" providerId="AD" clId="Web-{390B675D-6EE8-0720-884D-344F4BACD696}"/>
    <pc:docChg chg="addSld delSld modSld sldOrd">
      <pc:chgData name="Suyasha Nepal" userId="S::snepal@infinite.com::8cce4cf1-154d-4750-93eb-ff635245ff5e" providerId="AD" clId="Web-{390B675D-6EE8-0720-884D-344F4BACD696}" dt="2025-12-03T10:47:26.507" v="1793" actId="14100"/>
      <pc:docMkLst>
        <pc:docMk/>
      </pc:docMkLst>
      <pc:sldChg chg="addSp delSp modSp">
        <pc:chgData name="Suyasha Nepal" userId="S::snepal@infinite.com::8cce4cf1-154d-4750-93eb-ff635245ff5e" providerId="AD" clId="Web-{390B675D-6EE8-0720-884D-344F4BACD696}" dt="2025-12-03T09:19:53.161" v="643"/>
        <pc:sldMkLst>
          <pc:docMk/>
          <pc:sldMk cId="0" sldId="256"/>
        </pc:sldMkLst>
        <pc:spChg chg="mod topLvl">
          <ac:chgData name="Suyasha Nepal" userId="S::snepal@infinite.com::8cce4cf1-154d-4750-93eb-ff635245ff5e" providerId="AD" clId="Web-{390B675D-6EE8-0720-884D-344F4BACD696}" dt="2025-12-03T07:50:49.545" v="61"/>
          <ac:spMkLst>
            <pc:docMk/>
            <pc:sldMk cId="0" sldId="256"/>
            <ac:spMk id="3" creationId="{00000000-0000-0000-0000-000000000000}"/>
          </ac:spMkLst>
        </pc:spChg>
        <pc:spChg chg="add del mod topLvl">
          <ac:chgData name="Suyasha Nepal" userId="S::snepal@infinite.com::8cce4cf1-154d-4750-93eb-ff635245ff5e" providerId="AD" clId="Web-{390B675D-6EE8-0720-884D-344F4BACD696}" dt="2025-12-03T07:50:49.545" v="61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yasha Nepal" userId="S::snepal@infinite.com::8cce4cf1-154d-4750-93eb-ff635245ff5e" providerId="AD" clId="Web-{390B675D-6EE8-0720-884D-344F4BACD696}" dt="2025-12-03T07:40:48.739" v="31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Suyasha Nepal" userId="S::snepal@infinite.com::8cce4cf1-154d-4750-93eb-ff635245ff5e" providerId="AD" clId="Web-{390B675D-6EE8-0720-884D-344F4BACD696}" dt="2025-12-03T07:39:14.393" v="0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Suyasha Nepal" userId="S::snepal@infinite.com::8cce4cf1-154d-4750-93eb-ff635245ff5e" providerId="AD" clId="Web-{390B675D-6EE8-0720-884D-344F4BACD696}" dt="2025-12-03T07:39:46.128" v="5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uyasha Nepal" userId="S::snepal@infinite.com::8cce4cf1-154d-4750-93eb-ff635245ff5e" providerId="AD" clId="Web-{390B675D-6EE8-0720-884D-344F4BACD696}" dt="2025-12-03T07:49:25.353" v="50" actId="20577"/>
          <ac:spMkLst>
            <pc:docMk/>
            <pc:sldMk cId="0" sldId="256"/>
            <ac:spMk id="13" creationId="{00000000-0000-0000-0000-000000000000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07:51:09.577" v="66"/>
          <ac:spMkLst>
            <pc:docMk/>
            <pc:sldMk cId="0" sldId="256"/>
            <ac:spMk id="15" creationId="{E0D0EE22-4E5C-3FC2-84CA-C4A49D2A1951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07:51:12.093" v="67"/>
          <ac:spMkLst>
            <pc:docMk/>
            <pc:sldMk cId="0" sldId="256"/>
            <ac:spMk id="17" creationId="{C1972FBE-93C4-F71F-DD76-0ACDD1CEB24E}"/>
          </ac:spMkLst>
        </pc:spChg>
        <pc:spChg chg="add del">
          <ac:chgData name="Suyasha Nepal" userId="S::snepal@infinite.com::8cce4cf1-154d-4750-93eb-ff635245ff5e" providerId="AD" clId="Web-{390B675D-6EE8-0720-884D-344F4BACD696}" dt="2025-12-03T07:51:07.639" v="65"/>
          <ac:spMkLst>
            <pc:docMk/>
            <pc:sldMk cId="0" sldId="256"/>
            <ac:spMk id="18" creationId="{05465C0E-4993-B58E-6265-F66F5BEFD350}"/>
          </ac:spMkLst>
        </pc:spChg>
        <pc:spChg chg="add mod">
          <ac:chgData name="Suyasha Nepal" userId="S::snepal@infinite.com::8cce4cf1-154d-4750-93eb-ff635245ff5e" providerId="AD" clId="Web-{390B675D-6EE8-0720-884D-344F4BACD696}" dt="2025-12-03T07:53:12.160" v="88" actId="1076"/>
          <ac:spMkLst>
            <pc:docMk/>
            <pc:sldMk cId="0" sldId="256"/>
            <ac:spMk id="19" creationId="{168D1A9B-D1AA-C631-8ECA-971F4B2C4967}"/>
          </ac:spMkLst>
        </pc:spChg>
        <pc:spChg chg="add mod">
          <ac:chgData name="Suyasha Nepal" userId="S::snepal@infinite.com::8cce4cf1-154d-4750-93eb-ff635245ff5e" providerId="AD" clId="Web-{390B675D-6EE8-0720-884D-344F4BACD696}" dt="2025-12-03T07:59:19.589" v="109" actId="1076"/>
          <ac:spMkLst>
            <pc:docMk/>
            <pc:sldMk cId="0" sldId="256"/>
            <ac:spMk id="20" creationId="{D5BF996B-7B4A-C76E-508F-0D0C43CA76E9}"/>
          </ac:spMkLst>
        </pc:spChg>
        <pc:grpChg chg="add del mod">
          <ac:chgData name="Suyasha Nepal" userId="S::snepal@infinite.com::8cce4cf1-154d-4750-93eb-ff635245ff5e" providerId="AD" clId="Web-{390B675D-6EE8-0720-884D-344F4BACD696}" dt="2025-12-03T07:51:15.108" v="68"/>
          <ac:grpSpMkLst>
            <pc:docMk/>
            <pc:sldMk cId="0" sldId="256"/>
            <ac:grpSpMk id="2" creationId="{00000000-0000-0000-0000-000000000000}"/>
          </ac:grpSpMkLst>
        </pc:grpChg>
        <pc:grpChg chg="mod">
          <ac:chgData name="Suyasha Nepal" userId="S::snepal@infinite.com::8cce4cf1-154d-4750-93eb-ff635245ff5e" providerId="AD" clId="Web-{390B675D-6EE8-0720-884D-344F4BACD696}" dt="2025-12-03T07:52:50.972" v="87" actId="1076"/>
          <ac:grpSpMkLst>
            <pc:docMk/>
            <pc:sldMk cId="0" sldId="256"/>
            <ac:grpSpMk id="5" creationId="{00000000-0000-0000-0000-000000000000}"/>
          </ac:grpSpMkLst>
        </pc:grpChg>
        <pc:picChg chg="add del mod">
          <ac:chgData name="Suyasha Nepal" userId="S::snepal@infinite.com::8cce4cf1-154d-4750-93eb-ff635245ff5e" providerId="AD" clId="Web-{390B675D-6EE8-0720-884D-344F4BACD696}" dt="2025-12-03T09:19:53.161" v="643"/>
          <ac:picMkLst>
            <pc:docMk/>
            <pc:sldMk cId="0" sldId="256"/>
            <ac:picMk id="22" creationId="{8AE53021-82CF-6DC9-7B85-3421B633E3F9}"/>
          </ac:picMkLst>
        </pc:picChg>
      </pc:sldChg>
      <pc:sldChg chg="addSp delSp modSp ord">
        <pc:chgData name="Suyasha Nepal" userId="S::snepal@infinite.com::8cce4cf1-154d-4750-93eb-ff635245ff5e" providerId="AD" clId="Web-{390B675D-6EE8-0720-884D-344F4BACD696}" dt="2025-12-03T09:20:45.804" v="644"/>
        <pc:sldMkLst>
          <pc:docMk/>
          <pc:sldMk cId="0" sldId="257"/>
        </pc:sldMkLst>
        <pc:grpChg chg="del mod">
          <ac:chgData name="Suyasha Nepal" userId="S::snepal@infinite.com::8cce4cf1-154d-4750-93eb-ff635245ff5e" providerId="AD" clId="Web-{390B675D-6EE8-0720-884D-344F4BACD696}" dt="2025-12-03T07:48:35.724" v="45"/>
          <ac:grpSpMkLst>
            <pc:docMk/>
            <pc:sldMk cId="0" sldId="257"/>
            <ac:grpSpMk id="4" creationId="{00000000-0000-0000-0000-000000000000}"/>
          </ac:grpSpMkLst>
        </pc:grpChg>
        <pc:picChg chg="add del mod">
          <ac:chgData name="Suyasha Nepal" userId="S::snepal@infinite.com::8cce4cf1-154d-4750-93eb-ff635245ff5e" providerId="AD" clId="Web-{390B675D-6EE8-0720-884D-344F4BACD696}" dt="2025-12-03T07:44:43.322" v="33"/>
          <ac:picMkLst>
            <pc:docMk/>
            <pc:sldMk cId="0" sldId="257"/>
            <ac:picMk id="21" creationId="{C148B203-F71F-5B7F-336F-04259597DECE}"/>
          </ac:picMkLst>
        </pc:picChg>
        <pc:picChg chg="add del mod">
          <ac:chgData name="Suyasha Nepal" userId="S::snepal@infinite.com::8cce4cf1-154d-4750-93eb-ff635245ff5e" providerId="AD" clId="Web-{390B675D-6EE8-0720-884D-344F4BACD696}" dt="2025-12-03T09:20:45.804" v="644"/>
          <ac:picMkLst>
            <pc:docMk/>
            <pc:sldMk cId="0" sldId="257"/>
            <ac:picMk id="22" creationId="{EEE70398-1AB8-2804-E3F0-3321C7B1F66C}"/>
          </ac:picMkLst>
        </pc:picChg>
      </pc:sldChg>
      <pc:sldChg chg="addSp delSp modSp ord">
        <pc:chgData name="Suyasha Nepal" userId="S::snepal@infinite.com::8cce4cf1-154d-4750-93eb-ff635245ff5e" providerId="AD" clId="Web-{390B675D-6EE8-0720-884D-344F4BACD696}" dt="2025-12-03T09:19:38.567" v="642" actId="1076"/>
        <pc:sldMkLst>
          <pc:docMk/>
          <pc:sldMk cId="0" sldId="258"/>
        </pc:sldMkLst>
        <pc:spChg chg="mod topLvl">
          <ac:chgData name="Suyasha Nepal" userId="S::snepal@infinite.com::8cce4cf1-154d-4750-93eb-ff635245ff5e" providerId="AD" clId="Web-{390B675D-6EE8-0720-884D-344F4BACD696}" dt="2025-12-03T09:12:04.036" v="601" actId="14100"/>
          <ac:spMkLst>
            <pc:docMk/>
            <pc:sldMk cId="0" sldId="258"/>
            <ac:spMk id="7" creationId="{00000000-0000-0000-0000-000000000000}"/>
          </ac:spMkLst>
        </pc:spChg>
        <pc:spChg chg="del mod topLvl">
          <ac:chgData name="Suyasha Nepal" userId="S::snepal@infinite.com::8cce4cf1-154d-4750-93eb-ff635245ff5e" providerId="AD" clId="Web-{390B675D-6EE8-0720-884D-344F4BACD696}" dt="2025-12-03T09:11:52.192" v="599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Suyasha Nepal" userId="S::snepal@infinite.com::8cce4cf1-154d-4750-93eb-ff635245ff5e" providerId="AD" clId="Web-{390B675D-6EE8-0720-884D-344F4BACD696}" dt="2025-12-03T09:19:31.144" v="641" actId="1076"/>
          <ac:spMkLst>
            <pc:docMk/>
            <pc:sldMk cId="0" sldId="258"/>
            <ac:spMk id="17" creationId="{C7A7A5A9-3527-C5EA-F34B-EDF1107E9A91}"/>
          </ac:spMkLst>
        </pc:spChg>
        <pc:spChg chg="add del">
          <ac:chgData name="Suyasha Nepal" userId="S::snepal@infinite.com::8cce4cf1-154d-4750-93eb-ff635245ff5e" providerId="AD" clId="Web-{390B675D-6EE8-0720-884D-344F4BACD696}" dt="2025-12-03T09:14:34.635" v="609"/>
          <ac:spMkLst>
            <pc:docMk/>
            <pc:sldMk cId="0" sldId="258"/>
            <ac:spMk id="18" creationId="{BA7CCF34-A9E4-C8A2-CA97-F2C2A79565C0}"/>
          </ac:spMkLst>
        </pc:spChg>
        <pc:spChg chg="add mod">
          <ac:chgData name="Suyasha Nepal" userId="S::snepal@infinite.com::8cce4cf1-154d-4750-93eb-ff635245ff5e" providerId="AD" clId="Web-{390B675D-6EE8-0720-884D-344F4BACD696}" dt="2025-12-03T09:19:27.019" v="640" actId="1076"/>
          <ac:spMkLst>
            <pc:docMk/>
            <pc:sldMk cId="0" sldId="258"/>
            <ac:spMk id="19" creationId="{B5A04C87-3535-25A1-061D-FED687D0B740}"/>
          </ac:spMkLst>
        </pc:spChg>
        <pc:grpChg chg="del">
          <ac:chgData name="Suyasha Nepal" userId="S::snepal@infinite.com::8cce4cf1-154d-4750-93eb-ff635245ff5e" providerId="AD" clId="Web-{390B675D-6EE8-0720-884D-344F4BACD696}" dt="2025-12-03T09:19:05.643" v="635"/>
          <ac:grpSpMkLst>
            <pc:docMk/>
            <pc:sldMk cId="0" sldId="258"/>
            <ac:grpSpMk id="4" creationId="{00000000-0000-0000-0000-000000000000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09:11:52.192" v="599"/>
          <ac:grpSpMkLst>
            <pc:docMk/>
            <pc:sldMk cId="0" sldId="258"/>
            <ac:grpSpMk id="6" creationId="{00000000-0000-0000-0000-000000000000}"/>
          </ac:grpSpMkLst>
        </pc:grpChg>
        <pc:grpChg chg="add del">
          <ac:chgData name="Suyasha Nepal" userId="S::snepal@infinite.com::8cce4cf1-154d-4750-93eb-ff635245ff5e" providerId="AD" clId="Web-{390B675D-6EE8-0720-884D-344F4BACD696}" dt="2025-12-03T09:10:48.564" v="581"/>
          <ac:grpSpMkLst>
            <pc:docMk/>
            <pc:sldMk cId="0" sldId="258"/>
            <ac:grpSpMk id="9" creationId="{00000000-0000-0000-0000-000000000000}"/>
          </ac:grpSpMkLst>
        </pc:grpChg>
        <pc:grpChg chg="add del">
          <ac:chgData name="Suyasha Nepal" userId="S::snepal@infinite.com::8cce4cf1-154d-4750-93eb-ff635245ff5e" providerId="AD" clId="Web-{390B675D-6EE8-0720-884D-344F4BACD696}" dt="2025-12-03T09:11:04.705" v="584"/>
          <ac:grpSpMkLst>
            <pc:docMk/>
            <pc:sldMk cId="0" sldId="258"/>
            <ac:grpSpMk id="12" creationId="{00000000-0000-0000-0000-000000000000}"/>
          </ac:grpSpMkLst>
        </pc:grpChg>
        <pc:picChg chg="add mod">
          <ac:chgData name="Suyasha Nepal" userId="S::snepal@infinite.com::8cce4cf1-154d-4750-93eb-ff635245ff5e" providerId="AD" clId="Web-{390B675D-6EE8-0720-884D-344F4BACD696}" dt="2025-12-03T09:19:38.567" v="642" actId="1076"/>
          <ac:picMkLst>
            <pc:docMk/>
            <pc:sldMk cId="0" sldId="258"/>
            <ac:picMk id="21" creationId="{5333FE2D-5F07-8D43-DD65-8A5335A7E16D}"/>
          </ac:picMkLst>
        </pc:picChg>
      </pc:sldChg>
      <pc:sldChg chg="addSp delSp modSp ord">
        <pc:chgData name="Suyasha Nepal" userId="S::snepal@infinite.com::8cce4cf1-154d-4750-93eb-ff635245ff5e" providerId="AD" clId="Web-{390B675D-6EE8-0720-884D-344F4BACD696}" dt="2025-12-03T08:21:03.459" v="213" actId="14100"/>
        <pc:sldMkLst>
          <pc:docMk/>
          <pc:sldMk cId="0" sldId="259"/>
        </pc:sldMkLst>
        <pc:spChg chg="mod topLvl">
          <ac:chgData name="Suyasha Nepal" userId="S::snepal@infinite.com::8cce4cf1-154d-4750-93eb-ff635245ff5e" providerId="AD" clId="Web-{390B675D-6EE8-0720-884D-344F4BACD696}" dt="2025-12-03T08:21:03.459" v="213" actId="14100"/>
          <ac:spMkLst>
            <pc:docMk/>
            <pc:sldMk cId="0" sldId="259"/>
            <ac:spMk id="7" creationId="{00000000-0000-0000-0000-000000000000}"/>
          </ac:spMkLst>
        </pc:spChg>
        <pc:spChg chg="del topLvl">
          <ac:chgData name="Suyasha Nepal" userId="S::snepal@infinite.com::8cce4cf1-154d-4750-93eb-ff635245ff5e" providerId="AD" clId="Web-{390B675D-6EE8-0720-884D-344F4BACD696}" dt="2025-12-03T08:04:57.842" v="125"/>
          <ac:spMkLst>
            <pc:docMk/>
            <pc:sldMk cId="0" sldId="259"/>
            <ac:spMk id="8" creationId="{00000000-0000-0000-0000-000000000000}"/>
          </ac:spMkLst>
        </pc:spChg>
        <pc:spChg chg="mod">
          <ac:chgData name="Suyasha Nepal" userId="S::snepal@infinite.com::8cce4cf1-154d-4750-93eb-ff635245ff5e" providerId="AD" clId="Web-{390B675D-6EE8-0720-884D-344F4BACD696}" dt="2025-12-03T08:12:42.270" v="170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uyasha Nepal" userId="S::snepal@infinite.com::8cce4cf1-154d-4750-93eb-ff635245ff5e" providerId="AD" clId="Web-{390B675D-6EE8-0720-884D-344F4BACD696}" dt="2025-12-03T08:04:17.670" v="116" actId="20577"/>
          <ac:spMkLst>
            <pc:docMk/>
            <pc:sldMk cId="0" sldId="259"/>
            <ac:spMk id="16" creationId="{00000000-0000-0000-0000-000000000000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07:48:25.208" v="43"/>
          <ac:spMkLst>
            <pc:docMk/>
            <pc:sldMk cId="0" sldId="259"/>
            <ac:spMk id="19" creationId="{85BA6C36-E5D3-548A-3702-1956D1FCA4BC}"/>
          </ac:spMkLst>
        </pc:spChg>
        <pc:grpChg chg="del">
          <ac:chgData name="Suyasha Nepal" userId="S::snepal@infinite.com::8cce4cf1-154d-4750-93eb-ff635245ff5e" providerId="AD" clId="Web-{390B675D-6EE8-0720-884D-344F4BACD696}" dt="2025-12-03T08:04:10.655" v="113"/>
          <ac:grpSpMkLst>
            <pc:docMk/>
            <pc:sldMk cId="0" sldId="259"/>
            <ac:grpSpMk id="2" creationId="{00000000-0000-0000-0000-000000000000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08:04:57.842" v="125"/>
          <ac:grpSpMkLst>
            <pc:docMk/>
            <pc:sldMk cId="0" sldId="259"/>
            <ac:grpSpMk id="6" creationId="{00000000-0000-0000-0000-000000000000}"/>
          </ac:grpSpMkLst>
        </pc:grpChg>
        <pc:grpChg chg="del">
          <ac:chgData name="Suyasha Nepal" userId="S::snepal@infinite.com::8cce4cf1-154d-4750-93eb-ff635245ff5e" providerId="AD" clId="Web-{390B675D-6EE8-0720-884D-344F4BACD696}" dt="2025-12-03T08:04:32.467" v="120"/>
          <ac:grpSpMkLst>
            <pc:docMk/>
            <pc:sldMk cId="0" sldId="259"/>
            <ac:grpSpMk id="10" creationId="{00000000-0000-0000-0000-000000000000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08:14:23.723" v="179"/>
          <ac:grpSpMkLst>
            <pc:docMk/>
            <pc:sldMk cId="0" sldId="259"/>
            <ac:grpSpMk id="14" creationId="{00000000-0000-0000-0000-000000000000}"/>
          </ac:grpSpMkLst>
        </pc:grpChg>
      </pc:sldChg>
      <pc:sldChg chg="modSp">
        <pc:chgData name="Suyasha Nepal" userId="S::snepal@infinite.com::8cce4cf1-154d-4750-93eb-ff635245ff5e" providerId="AD" clId="Web-{390B675D-6EE8-0720-884D-344F4BACD696}" dt="2025-12-03T09:09:45.294" v="571"/>
        <pc:sldMkLst>
          <pc:docMk/>
          <pc:sldMk cId="0" sldId="260"/>
        </pc:sldMkLst>
        <pc:graphicFrameChg chg="modGraphic">
          <ac:chgData name="Suyasha Nepal" userId="S::snepal@infinite.com::8cce4cf1-154d-4750-93eb-ff635245ff5e" providerId="AD" clId="Web-{390B675D-6EE8-0720-884D-344F4BACD696}" dt="2025-12-03T09:09:45.294" v="571"/>
          <ac:graphicFrameMkLst>
            <pc:docMk/>
            <pc:sldMk cId="0" sldId="260"/>
            <ac:graphicFrameMk id="4" creationId="{00000000-0000-0000-0000-000000000000}"/>
          </ac:graphicFrameMkLst>
        </pc:graphicFrameChg>
      </pc:sldChg>
      <pc:sldChg chg="modSp">
        <pc:chgData name="Suyasha Nepal" userId="S::snepal@infinite.com::8cce4cf1-154d-4750-93eb-ff635245ff5e" providerId="AD" clId="Web-{390B675D-6EE8-0720-884D-344F4BACD696}" dt="2025-12-03T09:36:29.733" v="1012" actId="20577"/>
        <pc:sldMkLst>
          <pc:docMk/>
          <pc:sldMk cId="0" sldId="261"/>
        </pc:sldMkLst>
        <pc:spChg chg="mod">
          <ac:chgData name="Suyasha Nepal" userId="S::snepal@infinite.com::8cce4cf1-154d-4750-93eb-ff635245ff5e" providerId="AD" clId="Web-{390B675D-6EE8-0720-884D-344F4BACD696}" dt="2025-12-03T09:36:29.733" v="1012" actId="20577"/>
          <ac:spMkLst>
            <pc:docMk/>
            <pc:sldMk cId="0" sldId="261"/>
            <ac:spMk id="6" creationId="{00000000-0000-0000-0000-000000000000}"/>
          </ac:spMkLst>
        </pc:spChg>
      </pc:sldChg>
      <pc:sldChg chg="addSp delSp modSp ord">
        <pc:chgData name="Suyasha Nepal" userId="S::snepal@infinite.com::8cce4cf1-154d-4750-93eb-ff635245ff5e" providerId="AD" clId="Web-{390B675D-6EE8-0720-884D-344F4BACD696}" dt="2025-12-03T08:27:45.729" v="287" actId="20577"/>
        <pc:sldMkLst>
          <pc:docMk/>
          <pc:sldMk cId="0" sldId="263"/>
        </pc:sldMkLst>
        <pc:spChg chg="mod">
          <ac:chgData name="Suyasha Nepal" userId="S::snepal@infinite.com::8cce4cf1-154d-4750-93eb-ff635245ff5e" providerId="AD" clId="Web-{390B675D-6EE8-0720-884D-344F4BACD696}" dt="2025-12-03T08:25:41.493" v="255" actId="20577"/>
          <ac:spMkLst>
            <pc:docMk/>
            <pc:sldMk cId="0" sldId="263"/>
            <ac:spMk id="5" creationId="{00000000-0000-0000-0000-000000000000}"/>
          </ac:spMkLst>
        </pc:spChg>
        <pc:spChg chg="add del mod topLvl">
          <ac:chgData name="Suyasha Nepal" userId="S::snepal@infinite.com::8cce4cf1-154d-4750-93eb-ff635245ff5e" providerId="AD" clId="Web-{390B675D-6EE8-0720-884D-344F4BACD696}" dt="2025-12-03T08:26:10.384" v="264"/>
          <ac:spMkLst>
            <pc:docMk/>
            <pc:sldMk cId="0" sldId="263"/>
            <ac:spMk id="13" creationId="{00000000-0000-0000-0000-000000000000}"/>
          </ac:spMkLst>
        </pc:spChg>
        <pc:spChg chg="add del mod topLvl">
          <ac:chgData name="Suyasha Nepal" userId="S::snepal@infinite.com::8cce4cf1-154d-4750-93eb-ff635245ff5e" providerId="AD" clId="Web-{390B675D-6EE8-0720-884D-344F4BACD696}" dt="2025-12-03T08:27:18.221" v="283" actId="20577"/>
          <ac:spMkLst>
            <pc:docMk/>
            <pc:sldMk cId="0" sldId="263"/>
            <ac:spMk id="14" creationId="{00000000-0000-0000-0000-000000000000}"/>
          </ac:spMkLst>
        </pc:spChg>
        <pc:spChg chg="add del mod topLvl">
          <ac:chgData name="Suyasha Nepal" userId="S::snepal@infinite.com::8cce4cf1-154d-4750-93eb-ff635245ff5e" providerId="AD" clId="Web-{390B675D-6EE8-0720-884D-344F4BACD696}" dt="2025-12-03T08:26:14.399" v="265"/>
          <ac:spMkLst>
            <pc:docMk/>
            <pc:sldMk cId="0" sldId="263"/>
            <ac:spMk id="16" creationId="{00000000-0000-0000-0000-000000000000}"/>
          </ac:spMkLst>
        </pc:spChg>
        <pc:spChg chg="add del mod topLvl">
          <ac:chgData name="Suyasha Nepal" userId="S::snepal@infinite.com::8cce4cf1-154d-4750-93eb-ff635245ff5e" providerId="AD" clId="Web-{390B675D-6EE8-0720-884D-344F4BACD696}" dt="2025-12-03T08:26:53.931" v="276" actId="20577"/>
          <ac:spMkLst>
            <pc:docMk/>
            <pc:sldMk cId="0" sldId="263"/>
            <ac:spMk id="17" creationId="{00000000-0000-0000-0000-000000000000}"/>
          </ac:spMkLst>
        </pc:spChg>
        <pc:spChg chg="del topLvl">
          <ac:chgData name="Suyasha Nepal" userId="S::snepal@infinite.com::8cce4cf1-154d-4750-93eb-ff635245ff5e" providerId="AD" clId="Web-{390B675D-6EE8-0720-884D-344F4BACD696}" dt="2025-12-03T08:26:19.837" v="266"/>
          <ac:spMkLst>
            <pc:docMk/>
            <pc:sldMk cId="0" sldId="263"/>
            <ac:spMk id="19" creationId="{00000000-0000-0000-0000-000000000000}"/>
          </ac:spMkLst>
        </pc:spChg>
        <pc:spChg chg="mod topLvl">
          <ac:chgData name="Suyasha Nepal" userId="S::snepal@infinite.com::8cce4cf1-154d-4750-93eb-ff635245ff5e" providerId="AD" clId="Web-{390B675D-6EE8-0720-884D-344F4BACD696}" dt="2025-12-03T08:27:45.729" v="287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Suyasha Nepal" userId="S::snepal@infinite.com::8cce4cf1-154d-4750-93eb-ff635245ff5e" providerId="AD" clId="Web-{390B675D-6EE8-0720-884D-344F4BACD696}" dt="2025-12-03T08:19:53.334" v="212" actId="20577"/>
          <ac:spMkLst>
            <pc:docMk/>
            <pc:sldMk cId="0" sldId="263"/>
            <ac:spMk id="33" creationId="{00000000-0000-0000-0000-000000000000}"/>
          </ac:spMkLst>
        </pc:spChg>
        <pc:spChg chg="topLvl">
          <ac:chgData name="Suyasha Nepal" userId="S::snepal@infinite.com::8cce4cf1-154d-4750-93eb-ff635245ff5e" providerId="AD" clId="Web-{390B675D-6EE8-0720-884D-344F4BACD696}" dt="2025-12-03T07:55:36.914" v="94"/>
          <ac:spMkLst>
            <pc:docMk/>
            <pc:sldMk cId="0" sldId="263"/>
            <ac:spMk id="39" creationId="{00000000-0000-0000-0000-000000000000}"/>
          </ac:spMkLst>
        </pc:spChg>
        <pc:spChg chg="del topLvl">
          <ac:chgData name="Suyasha Nepal" userId="S::snepal@infinite.com::8cce4cf1-154d-4750-93eb-ff635245ff5e" providerId="AD" clId="Web-{390B675D-6EE8-0720-884D-344F4BACD696}" dt="2025-12-03T07:55:36.914" v="94"/>
          <ac:spMkLst>
            <pc:docMk/>
            <pc:sldMk cId="0" sldId="263"/>
            <ac:spMk id="40" creationId="{00000000-0000-0000-0000-000000000000}"/>
          </ac:spMkLst>
        </pc:spChg>
        <pc:spChg chg="add del">
          <ac:chgData name="Suyasha Nepal" userId="S::snepal@infinite.com::8cce4cf1-154d-4750-93eb-ff635245ff5e" providerId="AD" clId="Web-{390B675D-6EE8-0720-884D-344F4BACD696}" dt="2025-12-03T08:25:42.133" v="257"/>
          <ac:spMkLst>
            <pc:docMk/>
            <pc:sldMk cId="0" sldId="263"/>
            <ac:spMk id="41" creationId="{347FEDC8-4665-125B-D4DE-E0E583BB10D2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08:25:32.305" v="249"/>
          <ac:spMkLst>
            <pc:docMk/>
            <pc:sldMk cId="0" sldId="263"/>
            <ac:spMk id="43" creationId="{00D5F52D-2B77-BADC-3815-9ADE0913D99E}"/>
          </ac:spMkLst>
        </pc:spChg>
        <pc:spChg chg="add del">
          <ac:chgData name="Suyasha Nepal" userId="S::snepal@infinite.com::8cce4cf1-154d-4750-93eb-ff635245ff5e" providerId="AD" clId="Web-{390B675D-6EE8-0720-884D-344F4BACD696}" dt="2025-12-03T08:25:06.946" v="240"/>
          <ac:spMkLst>
            <pc:docMk/>
            <pc:sldMk cId="0" sldId="263"/>
            <ac:spMk id="45" creationId="{52168AF3-19A1-5FA5-466A-2948432BD6D8}"/>
          </ac:spMkLst>
        </pc:spChg>
        <pc:spChg chg="add del">
          <ac:chgData name="Suyasha Nepal" userId="S::snepal@infinite.com::8cce4cf1-154d-4750-93eb-ff635245ff5e" providerId="AD" clId="Web-{390B675D-6EE8-0720-884D-344F4BACD696}" dt="2025-12-03T08:25:27.040" v="244"/>
          <ac:spMkLst>
            <pc:docMk/>
            <pc:sldMk cId="0" sldId="263"/>
            <ac:spMk id="50" creationId="{3B66B9E0-AC85-6338-E1F0-C2C097C4CD18}"/>
          </ac:spMkLst>
        </pc:spChg>
        <pc:grpChg chg="add del">
          <ac:chgData name="Suyasha Nepal" userId="S::snepal@infinite.com::8cce4cf1-154d-4750-93eb-ff635245ff5e" providerId="AD" clId="Web-{390B675D-6EE8-0720-884D-344F4BACD696}" dt="2025-12-03T08:25:36.008" v="250"/>
          <ac:grpSpMkLst>
            <pc:docMk/>
            <pc:sldMk cId="0" sldId="263"/>
            <ac:grpSpMk id="6" creationId="{00000000-0000-0000-0000-000000000000}"/>
          </ac:grpSpMkLst>
        </pc:grpChg>
        <pc:grpChg chg="add del">
          <ac:chgData name="Suyasha Nepal" userId="S::snepal@infinite.com::8cce4cf1-154d-4750-93eb-ff635245ff5e" providerId="AD" clId="Web-{390B675D-6EE8-0720-884D-344F4BACD696}" dt="2025-12-03T08:26:10.384" v="264"/>
          <ac:grpSpMkLst>
            <pc:docMk/>
            <pc:sldMk cId="0" sldId="263"/>
            <ac:grpSpMk id="12" creationId="{00000000-0000-0000-0000-000000000000}"/>
          </ac:grpSpMkLst>
        </pc:grpChg>
        <pc:grpChg chg="add del">
          <ac:chgData name="Suyasha Nepal" userId="S::snepal@infinite.com::8cce4cf1-154d-4750-93eb-ff635245ff5e" providerId="AD" clId="Web-{390B675D-6EE8-0720-884D-344F4BACD696}" dt="2025-12-03T08:26:14.399" v="265"/>
          <ac:grpSpMkLst>
            <pc:docMk/>
            <pc:sldMk cId="0" sldId="263"/>
            <ac:grpSpMk id="15" creationId="{00000000-0000-0000-0000-000000000000}"/>
          </ac:grpSpMkLst>
        </pc:grpChg>
        <pc:grpChg chg="del">
          <ac:chgData name="Suyasha Nepal" userId="S::snepal@infinite.com::8cce4cf1-154d-4750-93eb-ff635245ff5e" providerId="AD" clId="Web-{390B675D-6EE8-0720-884D-344F4BACD696}" dt="2025-12-03T08:26:19.837" v="266"/>
          <ac:grpSpMkLst>
            <pc:docMk/>
            <pc:sldMk cId="0" sldId="263"/>
            <ac:grpSpMk id="18" creationId="{00000000-0000-0000-0000-000000000000}"/>
          </ac:grpSpMkLst>
        </pc:grpChg>
        <pc:grpChg chg="mod">
          <ac:chgData name="Suyasha Nepal" userId="S::snepal@infinite.com::8cce4cf1-154d-4750-93eb-ff635245ff5e" providerId="AD" clId="Web-{390B675D-6EE8-0720-884D-344F4BACD696}" dt="2025-12-03T08:25:31.883" v="248" actId="1076"/>
          <ac:grpSpMkLst>
            <pc:docMk/>
            <pc:sldMk cId="0" sldId="263"/>
            <ac:grpSpMk id="25" creationId="{00000000-0000-0000-0000-000000000000}"/>
          </ac:grpSpMkLst>
        </pc:grpChg>
        <pc:grpChg chg="del">
          <ac:chgData name="Suyasha Nepal" userId="S::snepal@infinite.com::8cce4cf1-154d-4750-93eb-ff635245ff5e" providerId="AD" clId="Web-{390B675D-6EE8-0720-884D-344F4BACD696}" dt="2025-12-03T07:55:27.085" v="93"/>
          <ac:grpSpMkLst>
            <pc:docMk/>
            <pc:sldMk cId="0" sldId="263"/>
            <ac:grpSpMk id="34" creationId="{00000000-0000-0000-0000-000000000000}"/>
          </ac:grpSpMkLst>
        </pc:grpChg>
        <pc:grpChg chg="del">
          <ac:chgData name="Suyasha Nepal" userId="S::snepal@infinite.com::8cce4cf1-154d-4750-93eb-ff635245ff5e" providerId="AD" clId="Web-{390B675D-6EE8-0720-884D-344F4BACD696}" dt="2025-12-03T07:55:36.914" v="94"/>
          <ac:grpSpMkLst>
            <pc:docMk/>
            <pc:sldMk cId="0" sldId="263"/>
            <ac:grpSpMk id="38" creationId="{00000000-0000-0000-0000-000000000000}"/>
          </ac:grpSpMkLst>
        </pc:grpChg>
        <pc:grpChg chg="add del">
          <ac:chgData name="Suyasha Nepal" userId="S::snepal@infinite.com::8cce4cf1-154d-4750-93eb-ff635245ff5e" providerId="AD" clId="Web-{390B675D-6EE8-0720-884D-344F4BACD696}" dt="2025-12-03T08:25:17.086" v="242"/>
          <ac:grpSpMkLst>
            <pc:docMk/>
            <pc:sldMk cId="0" sldId="263"/>
            <ac:grpSpMk id="46" creationId="{D255D238-5E48-137C-69D9-BF7C57960923}"/>
          </ac:grpSpMkLst>
        </pc:grpChg>
      </pc:sldChg>
      <pc:sldChg chg="ord">
        <pc:chgData name="Suyasha Nepal" userId="S::snepal@infinite.com::8cce4cf1-154d-4750-93eb-ff635245ff5e" providerId="AD" clId="Web-{390B675D-6EE8-0720-884D-344F4BACD696}" dt="2025-12-03T10:07:28.008" v="1193"/>
        <pc:sldMkLst>
          <pc:docMk/>
          <pc:sldMk cId="0" sldId="268"/>
        </pc:sldMkLst>
      </pc:sldChg>
      <pc:sldChg chg="addSp delSp">
        <pc:chgData name="Suyasha Nepal" userId="S::snepal@infinite.com::8cce4cf1-154d-4750-93eb-ff635245ff5e" providerId="AD" clId="Web-{390B675D-6EE8-0720-884D-344F4BACD696}" dt="2025-12-03T08:31:18.852" v="312"/>
        <pc:sldMkLst>
          <pc:docMk/>
          <pc:sldMk cId="0" sldId="269"/>
        </pc:sldMkLst>
        <pc:grpChg chg="add del">
          <ac:chgData name="Suyasha Nepal" userId="S::snepal@infinite.com::8cce4cf1-154d-4750-93eb-ff635245ff5e" providerId="AD" clId="Web-{390B675D-6EE8-0720-884D-344F4BACD696}" dt="2025-12-03T08:31:18.852" v="312"/>
          <ac:grpSpMkLst>
            <pc:docMk/>
            <pc:sldMk cId="0" sldId="269"/>
            <ac:grpSpMk id="41" creationId="{F692C3CF-9C39-3AE0-C092-1DB18166A013}"/>
          </ac:grpSpMkLst>
        </pc:grpChg>
      </pc:sldChg>
      <pc:sldChg chg="addSp delSp modSp ord">
        <pc:chgData name="Suyasha Nepal" userId="S::snepal@infinite.com::8cce4cf1-154d-4750-93eb-ff635245ff5e" providerId="AD" clId="Web-{390B675D-6EE8-0720-884D-344F4BACD696}" dt="2025-12-03T09:07:11.760" v="570" actId="1076"/>
        <pc:sldMkLst>
          <pc:docMk/>
          <pc:sldMk cId="0" sldId="271"/>
        </pc:sldMkLst>
        <pc:spChg chg="mod topLvl">
          <ac:chgData name="Suyasha Nepal" userId="S::snepal@infinite.com::8cce4cf1-154d-4750-93eb-ff635245ff5e" providerId="AD" clId="Web-{390B675D-6EE8-0720-884D-344F4BACD696}" dt="2025-12-03T09:02:35.154" v="515" actId="1076"/>
          <ac:spMkLst>
            <pc:docMk/>
            <pc:sldMk cId="0" sldId="271"/>
            <ac:spMk id="3" creationId="{00000000-0000-0000-0000-000000000000}"/>
          </ac:spMkLst>
        </pc:spChg>
        <pc:spChg chg="del mod topLvl">
          <ac:chgData name="Suyasha Nepal" userId="S::snepal@infinite.com::8cce4cf1-154d-4750-93eb-ff635245ff5e" providerId="AD" clId="Web-{390B675D-6EE8-0720-884D-344F4BACD696}" dt="2025-12-03T08:49:28.741" v="437"/>
          <ac:spMkLst>
            <pc:docMk/>
            <pc:sldMk cId="0" sldId="271"/>
            <ac:spMk id="4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58.861" v="385"/>
          <ac:spMkLst>
            <pc:docMk/>
            <pc:sldMk cId="0" sldId="271"/>
            <ac:spMk id="5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50.532" v="380"/>
          <ac:spMkLst>
            <pc:docMk/>
            <pc:sldMk cId="0" sldId="271"/>
            <ac:spMk id="6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55.673" v="383"/>
          <ac:spMkLst>
            <pc:docMk/>
            <pc:sldMk cId="0" sldId="271"/>
            <ac:spMk id="7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9:10.361" v="392"/>
          <ac:spMkLst>
            <pc:docMk/>
            <pc:sldMk cId="0" sldId="271"/>
            <ac:spMk id="8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9:06.673" v="390"/>
          <ac:spMkLst>
            <pc:docMk/>
            <pc:sldMk cId="0" sldId="271"/>
            <ac:spMk id="9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57.486" v="384"/>
          <ac:spMkLst>
            <pc:docMk/>
            <pc:sldMk cId="0" sldId="271"/>
            <ac:spMk id="10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9:02.079" v="387"/>
          <ac:spMkLst>
            <pc:docMk/>
            <pc:sldMk cId="0" sldId="271"/>
            <ac:spMk id="11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35.094" v="372"/>
          <ac:spMkLst>
            <pc:docMk/>
            <pc:sldMk cId="0" sldId="271"/>
            <ac:spMk id="12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32.938" v="371"/>
          <ac:spMkLst>
            <pc:docMk/>
            <pc:sldMk cId="0" sldId="271"/>
            <ac:spMk id="13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9:08.361" v="391"/>
          <ac:spMkLst>
            <pc:docMk/>
            <pc:sldMk cId="0" sldId="271"/>
            <ac:spMk id="14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9:03.376" v="388"/>
          <ac:spMkLst>
            <pc:docMk/>
            <pc:sldMk cId="0" sldId="271"/>
            <ac:spMk id="15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43.172" v="376"/>
          <ac:spMkLst>
            <pc:docMk/>
            <pc:sldMk cId="0" sldId="271"/>
            <ac:spMk id="16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40.016" v="374"/>
          <ac:spMkLst>
            <pc:docMk/>
            <pc:sldMk cId="0" sldId="271"/>
            <ac:spMk id="17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31.344" v="370"/>
          <ac:spMkLst>
            <pc:docMk/>
            <pc:sldMk cId="0" sldId="271"/>
            <ac:spMk id="18" creationId="{00000000-0000-0000-0000-000000000000}"/>
          </ac:spMkLst>
        </pc:spChg>
        <pc:spChg chg="del mod">
          <ac:chgData name="Suyasha Nepal" userId="S::snepal@infinite.com::8cce4cf1-154d-4750-93eb-ff635245ff5e" providerId="AD" clId="Web-{390B675D-6EE8-0720-884D-344F4BACD696}" dt="2025-12-03T08:38:29.812" v="369"/>
          <ac:spMkLst>
            <pc:docMk/>
            <pc:sldMk cId="0" sldId="271"/>
            <ac:spMk id="19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41.422" v="375"/>
          <ac:spMkLst>
            <pc:docMk/>
            <pc:sldMk cId="0" sldId="271"/>
            <ac:spMk id="20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37.891" v="373"/>
          <ac:spMkLst>
            <pc:docMk/>
            <pc:sldMk cId="0" sldId="271"/>
            <ac:spMk id="21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47.985" v="379"/>
          <ac:spMkLst>
            <pc:docMk/>
            <pc:sldMk cId="0" sldId="271"/>
            <ac:spMk id="22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52.657" v="381"/>
          <ac:spMkLst>
            <pc:docMk/>
            <pc:sldMk cId="0" sldId="271"/>
            <ac:spMk id="23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44.641" v="377"/>
          <ac:spMkLst>
            <pc:docMk/>
            <pc:sldMk cId="0" sldId="271"/>
            <ac:spMk id="24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46.157" v="378"/>
          <ac:spMkLst>
            <pc:docMk/>
            <pc:sldMk cId="0" sldId="271"/>
            <ac:spMk id="25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8:54.189" v="382"/>
          <ac:spMkLst>
            <pc:docMk/>
            <pc:sldMk cId="0" sldId="271"/>
            <ac:spMk id="26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9:00.283" v="386"/>
          <ac:spMkLst>
            <pc:docMk/>
            <pc:sldMk cId="0" sldId="271"/>
            <ac:spMk id="27" creationId="{00000000-0000-0000-0000-000000000000}"/>
          </ac:spMkLst>
        </pc:spChg>
        <pc:spChg chg="del">
          <ac:chgData name="Suyasha Nepal" userId="S::snepal@infinite.com::8cce4cf1-154d-4750-93eb-ff635245ff5e" providerId="AD" clId="Web-{390B675D-6EE8-0720-884D-344F4BACD696}" dt="2025-12-03T08:39:04.923" v="389"/>
          <ac:spMkLst>
            <pc:docMk/>
            <pc:sldMk cId="0" sldId="271"/>
            <ac:spMk id="28" creationId="{00000000-0000-0000-0000-000000000000}"/>
          </ac:spMkLst>
        </pc:spChg>
        <pc:spChg chg="mod">
          <ac:chgData name="Suyasha Nepal" userId="S::snepal@infinite.com::8cce4cf1-154d-4750-93eb-ff635245ff5e" providerId="AD" clId="Web-{390B675D-6EE8-0720-884D-344F4BACD696}" dt="2025-12-03T08:32:47.299" v="330" actId="1076"/>
          <ac:spMkLst>
            <pc:docMk/>
            <pc:sldMk cId="0" sldId="271"/>
            <ac:spMk id="30" creationId="{F7D7EC9C-737A-83AC-BF80-9D38358D9F0B}"/>
          </ac:spMkLst>
        </pc:spChg>
        <pc:spChg chg="add del">
          <ac:chgData name="Suyasha Nepal" userId="S::snepal@infinite.com::8cce4cf1-154d-4750-93eb-ff635245ff5e" providerId="AD" clId="Web-{390B675D-6EE8-0720-884D-344F4BACD696}" dt="2025-12-03T08:31:55.708" v="324"/>
          <ac:spMkLst>
            <pc:docMk/>
            <pc:sldMk cId="0" sldId="271"/>
            <ac:spMk id="41" creationId="{B9CBC706-95C9-C9EA-F20D-DC88A055302C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08:35:01.342" v="352"/>
          <ac:spMkLst>
            <pc:docMk/>
            <pc:sldMk cId="0" sldId="271"/>
            <ac:spMk id="43" creationId="{0E1D33BB-CE19-283C-A374-FB2EB529F5A5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08:59:25.718" v="461"/>
          <ac:spMkLst>
            <pc:docMk/>
            <pc:sldMk cId="0" sldId="271"/>
            <ac:spMk id="45" creationId="{92FCC564-0730-33C0-8F30-CF108A6F3781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08:40:57.223" v="404"/>
          <ac:spMkLst>
            <pc:docMk/>
            <pc:sldMk cId="0" sldId="271"/>
            <ac:spMk id="47" creationId="{45AEFA33-FA83-F286-B659-6003EE55A624}"/>
          </ac:spMkLst>
        </pc:spChg>
        <pc:spChg chg="add mod">
          <ac:chgData name="Suyasha Nepal" userId="S::snepal@infinite.com::8cce4cf1-154d-4750-93eb-ff635245ff5e" providerId="AD" clId="Web-{390B675D-6EE8-0720-884D-344F4BACD696}" dt="2025-12-03T09:02:20.793" v="510"/>
          <ac:spMkLst>
            <pc:docMk/>
            <pc:sldMk cId="0" sldId="271"/>
            <ac:spMk id="68" creationId="{63DEE76A-09B5-1F40-3DEC-0639A4F0228E}"/>
          </ac:spMkLst>
        </pc:spChg>
        <pc:spChg chg="add mod">
          <ac:chgData name="Suyasha Nepal" userId="S::snepal@infinite.com::8cce4cf1-154d-4750-93eb-ff635245ff5e" providerId="AD" clId="Web-{390B675D-6EE8-0720-884D-344F4BACD696}" dt="2025-12-03T09:01:09.376" v="491" actId="1076"/>
          <ac:spMkLst>
            <pc:docMk/>
            <pc:sldMk cId="0" sldId="271"/>
            <ac:spMk id="70" creationId="{209ABB6B-3D41-A829-E662-EBC9FEC7ECD7}"/>
          </ac:spMkLst>
        </pc:spChg>
        <pc:spChg chg="add mod">
          <ac:chgData name="Suyasha Nepal" userId="S::snepal@infinite.com::8cce4cf1-154d-4750-93eb-ff635245ff5e" providerId="AD" clId="Web-{390B675D-6EE8-0720-884D-344F4BACD696}" dt="2025-12-03T09:01:16.862" v="493" actId="1076"/>
          <ac:spMkLst>
            <pc:docMk/>
            <pc:sldMk cId="0" sldId="271"/>
            <ac:spMk id="72" creationId="{222E4733-6F0B-9E11-CB92-CA0A9AD467A7}"/>
          </ac:spMkLst>
        </pc:spChg>
        <pc:spChg chg="add mod">
          <ac:chgData name="Suyasha Nepal" userId="S::snepal@infinite.com::8cce4cf1-154d-4750-93eb-ff635245ff5e" providerId="AD" clId="Web-{390B675D-6EE8-0720-884D-344F4BACD696}" dt="2025-12-03T09:06:30.275" v="562" actId="1076"/>
          <ac:spMkLst>
            <pc:docMk/>
            <pc:sldMk cId="0" sldId="271"/>
            <ac:spMk id="74" creationId="{FE9D846E-9685-CFE9-C527-42F799DD4653}"/>
          </ac:spMkLst>
        </pc:spChg>
        <pc:spChg chg="add mod">
          <ac:chgData name="Suyasha Nepal" userId="S::snepal@infinite.com::8cce4cf1-154d-4750-93eb-ff635245ff5e" providerId="AD" clId="Web-{390B675D-6EE8-0720-884D-344F4BACD696}" dt="2025-12-03T09:01:34.349" v="498" actId="1076"/>
          <ac:spMkLst>
            <pc:docMk/>
            <pc:sldMk cId="0" sldId="271"/>
            <ac:spMk id="76" creationId="{50386911-C38E-A4C0-2F97-67F882E2EE94}"/>
          </ac:spMkLst>
        </pc:spChg>
        <pc:spChg chg="add mod">
          <ac:chgData name="Suyasha Nepal" userId="S::snepal@infinite.com::8cce4cf1-154d-4750-93eb-ff635245ff5e" providerId="AD" clId="Web-{390B675D-6EE8-0720-884D-344F4BACD696}" dt="2025-12-03T09:04:14.349" v="535" actId="20577"/>
          <ac:spMkLst>
            <pc:docMk/>
            <pc:sldMk cId="0" sldId="271"/>
            <ac:spMk id="77" creationId="{39947954-A193-9E88-08D8-D00FF1127674}"/>
          </ac:spMkLst>
        </pc:spChg>
        <pc:spChg chg="add mod">
          <ac:chgData name="Suyasha Nepal" userId="S::snepal@infinite.com::8cce4cf1-154d-4750-93eb-ff635245ff5e" providerId="AD" clId="Web-{390B675D-6EE8-0720-884D-344F4BACD696}" dt="2025-12-03T09:04:34.678" v="537" actId="1076"/>
          <ac:spMkLst>
            <pc:docMk/>
            <pc:sldMk cId="0" sldId="271"/>
            <ac:spMk id="78" creationId="{1378A260-2D04-21D5-4678-62CC56AFEE5C}"/>
          </ac:spMkLst>
        </pc:spChg>
        <pc:spChg chg="add del">
          <ac:chgData name="Suyasha Nepal" userId="S::snepal@infinite.com::8cce4cf1-154d-4750-93eb-ff635245ff5e" providerId="AD" clId="Web-{390B675D-6EE8-0720-884D-344F4BACD696}" dt="2025-12-03T09:04:47.163" v="539"/>
          <ac:spMkLst>
            <pc:docMk/>
            <pc:sldMk cId="0" sldId="271"/>
            <ac:spMk id="79" creationId="{9D3F4D10-4287-F9B4-EE17-6E17D6E4E4EF}"/>
          </ac:spMkLst>
        </pc:spChg>
        <pc:spChg chg="add mod">
          <ac:chgData name="Suyasha Nepal" userId="S::snepal@infinite.com::8cce4cf1-154d-4750-93eb-ff635245ff5e" providerId="AD" clId="Web-{390B675D-6EE8-0720-884D-344F4BACD696}" dt="2025-12-03T09:05:19.461" v="547" actId="1076"/>
          <ac:spMkLst>
            <pc:docMk/>
            <pc:sldMk cId="0" sldId="271"/>
            <ac:spMk id="80" creationId="{D8301E0B-4F4A-3135-FAE6-E883139B484A}"/>
          </ac:spMkLst>
        </pc:spChg>
        <pc:spChg chg="add mod">
          <ac:chgData name="Suyasha Nepal" userId="S::snepal@infinite.com::8cce4cf1-154d-4750-93eb-ff635245ff5e" providerId="AD" clId="Web-{390B675D-6EE8-0720-884D-344F4BACD696}" dt="2025-12-03T09:06:20.697" v="560" actId="14100"/>
          <ac:spMkLst>
            <pc:docMk/>
            <pc:sldMk cId="0" sldId="271"/>
            <ac:spMk id="81" creationId="{9A24DD99-9587-DD09-1D92-3FC6D309D966}"/>
          </ac:spMkLst>
        </pc:spChg>
        <pc:spChg chg="add mod">
          <ac:chgData name="Suyasha Nepal" userId="S::snepal@infinite.com::8cce4cf1-154d-4750-93eb-ff635245ff5e" providerId="AD" clId="Web-{390B675D-6EE8-0720-884D-344F4BACD696}" dt="2025-12-03T09:07:11.760" v="570" actId="1076"/>
          <ac:spMkLst>
            <pc:docMk/>
            <pc:sldMk cId="0" sldId="271"/>
            <ac:spMk id="82" creationId="{4A94CAE5-959F-ED7F-BAC8-8AFF5C48C62B}"/>
          </ac:spMkLst>
        </pc:spChg>
        <pc:grpChg chg="del mod">
          <ac:chgData name="Suyasha Nepal" userId="S::snepal@infinite.com::8cce4cf1-154d-4750-93eb-ff635245ff5e" providerId="AD" clId="Web-{390B675D-6EE8-0720-884D-344F4BACD696}" dt="2025-12-03T08:49:28.741" v="437"/>
          <ac:grpSpMkLst>
            <pc:docMk/>
            <pc:sldMk cId="0" sldId="271"/>
            <ac:grpSpMk id="2" creationId="{00000000-0000-0000-0000-000000000000}"/>
          </ac:grpSpMkLst>
        </pc:grpChg>
        <pc:grpChg chg="add del mod">
          <ac:chgData name="Suyasha Nepal" userId="S::snepal@infinite.com::8cce4cf1-154d-4750-93eb-ff635245ff5e" providerId="AD" clId="Web-{390B675D-6EE8-0720-884D-344F4BACD696}" dt="2025-12-03T08:32:50.330" v="336"/>
          <ac:grpSpMkLst>
            <pc:docMk/>
            <pc:sldMk cId="0" sldId="271"/>
            <ac:grpSpMk id="32" creationId="{CCA71F5E-1BF3-8FDA-86CD-F7BACB2E5BF2}"/>
          </ac:grpSpMkLst>
        </pc:grpChg>
        <pc:grpChg chg="add del">
          <ac:chgData name="Suyasha Nepal" userId="S::snepal@infinite.com::8cce4cf1-154d-4750-93eb-ff635245ff5e" providerId="AD" clId="Web-{390B675D-6EE8-0720-884D-344F4BACD696}" dt="2025-12-03T08:32:00.270" v="326"/>
          <ac:grpSpMkLst>
            <pc:docMk/>
            <pc:sldMk cId="0" sldId="271"/>
            <ac:grpSpMk id="36" creationId="{4862AA90-2254-9E5E-5EE9-A3E5661A2AB4}"/>
          </ac:grpSpMkLst>
        </pc:grpChg>
        <pc:grpChg chg="add del">
          <ac:chgData name="Suyasha Nepal" userId="S::snepal@infinite.com::8cce4cf1-154d-4750-93eb-ff635245ff5e" providerId="AD" clId="Web-{390B675D-6EE8-0720-884D-344F4BACD696}" dt="2025-12-03T08:31:56.864" v="325"/>
          <ac:grpSpMkLst>
            <pc:docMk/>
            <pc:sldMk cId="0" sldId="271"/>
            <ac:grpSpMk id="40" creationId="{920B3F05-DD93-B126-9575-BB17B899F29B}"/>
          </ac:grpSpMkLst>
        </pc:grpChg>
        <pc:picChg chg="add mod">
          <ac:chgData name="Suyasha Nepal" userId="S::snepal@infinite.com::8cce4cf1-154d-4750-93eb-ff635245ff5e" providerId="AD" clId="Web-{390B675D-6EE8-0720-884D-344F4BACD696}" dt="2025-12-03T09:01:22.566" v="495" actId="1076"/>
          <ac:picMkLst>
            <pc:docMk/>
            <pc:sldMk cId="0" sldId="271"/>
            <ac:picMk id="48" creationId="{E697A569-86D2-0B94-207F-5AB6C9E836E3}"/>
          </ac:picMkLst>
        </pc:picChg>
        <pc:picChg chg="add mod">
          <ac:chgData name="Suyasha Nepal" userId="S::snepal@infinite.com::8cce4cf1-154d-4750-93eb-ff635245ff5e" providerId="AD" clId="Web-{390B675D-6EE8-0720-884D-344F4BACD696}" dt="2025-12-03T09:01:19.581" v="494" actId="1076"/>
          <ac:picMkLst>
            <pc:docMk/>
            <pc:sldMk cId="0" sldId="271"/>
            <ac:picMk id="49" creationId="{4DC73AAE-5E7A-3A4D-A00A-3C8D09BF22BF}"/>
          </ac:picMkLst>
        </pc:picChg>
        <pc:picChg chg="add mod">
          <ac:chgData name="Suyasha Nepal" userId="S::snepal@infinite.com::8cce4cf1-154d-4750-93eb-ff635245ff5e" providerId="AD" clId="Web-{390B675D-6EE8-0720-884D-344F4BACD696}" dt="2025-12-03T09:02:31.404" v="514" actId="1076"/>
          <ac:picMkLst>
            <pc:docMk/>
            <pc:sldMk cId="0" sldId="271"/>
            <ac:picMk id="50" creationId="{508A1D73-924B-892A-AB69-12592C0F4B96}"/>
          </ac:picMkLst>
        </pc:picChg>
        <pc:picChg chg="add mod">
          <ac:chgData name="Suyasha Nepal" userId="S::snepal@infinite.com::8cce4cf1-154d-4750-93eb-ff635245ff5e" providerId="AD" clId="Web-{390B675D-6EE8-0720-884D-344F4BACD696}" dt="2025-12-03T09:01:39.397" v="499" actId="1076"/>
          <ac:picMkLst>
            <pc:docMk/>
            <pc:sldMk cId="0" sldId="271"/>
            <ac:picMk id="51" creationId="{70CF7210-01C8-3F5B-1598-02E34D66F587}"/>
          </ac:picMkLst>
        </pc:picChg>
        <pc:picChg chg="add mod">
          <ac:chgData name="Suyasha Nepal" userId="S::snepal@infinite.com::8cce4cf1-154d-4750-93eb-ff635245ff5e" providerId="AD" clId="Web-{390B675D-6EE8-0720-884D-344F4BACD696}" dt="2025-12-03T09:01:00.688" v="488" actId="1076"/>
          <ac:picMkLst>
            <pc:docMk/>
            <pc:sldMk cId="0" sldId="271"/>
            <ac:picMk id="52" creationId="{F4394EDC-2DFC-58BC-780D-B670E551E305}"/>
          </ac:picMkLst>
        </pc:picChg>
        <pc:inkChg chg="add del">
          <ac:chgData name="Suyasha Nepal" userId="S::snepal@infinite.com::8cce4cf1-154d-4750-93eb-ff635245ff5e" providerId="AD" clId="Web-{390B675D-6EE8-0720-884D-344F4BACD696}" dt="2025-12-03T08:49:53.523" v="442"/>
          <ac:inkMkLst>
            <pc:docMk/>
            <pc:sldMk cId="0" sldId="271"/>
            <ac:inkMk id="53" creationId="{8C742995-64CC-6D3C-270A-9C4A73204090}"/>
          </ac:inkMkLst>
        </pc:inkChg>
        <pc:inkChg chg="add del">
          <ac:chgData name="Suyasha Nepal" userId="S::snepal@infinite.com::8cce4cf1-154d-4750-93eb-ff635245ff5e" providerId="AD" clId="Web-{390B675D-6EE8-0720-884D-344F4BACD696}" dt="2025-12-03T08:49:53.523" v="441"/>
          <ac:inkMkLst>
            <pc:docMk/>
            <pc:sldMk cId="0" sldId="271"/>
            <ac:inkMk id="54" creationId="{74AF092F-06A0-997B-CFAD-0382FBF4003C}"/>
          </ac:inkMkLst>
        </pc:inkChg>
        <pc:inkChg chg="add del">
          <ac:chgData name="Suyasha Nepal" userId="S::snepal@infinite.com::8cce4cf1-154d-4750-93eb-ff635245ff5e" providerId="AD" clId="Web-{390B675D-6EE8-0720-884D-344F4BACD696}" dt="2025-12-03T08:50:10.304" v="444"/>
          <ac:inkMkLst>
            <pc:docMk/>
            <pc:sldMk cId="0" sldId="271"/>
            <ac:inkMk id="55" creationId="{5CF066A0-6FD6-D7CB-418B-D078874B93AE}"/>
          </ac:inkMkLst>
        </pc:inkChg>
        <pc:inkChg chg="add">
          <ac:chgData name="Suyasha Nepal" userId="S::snepal@infinite.com::8cce4cf1-154d-4750-93eb-ff635245ff5e" providerId="AD" clId="Web-{390B675D-6EE8-0720-884D-344F4BACD696}" dt="2025-12-03T08:50:16.883" v="445"/>
          <ac:inkMkLst>
            <pc:docMk/>
            <pc:sldMk cId="0" sldId="271"/>
            <ac:inkMk id="56" creationId="{78213C63-7F59-95F3-1889-863557F45B3B}"/>
          </ac:inkMkLst>
        </pc:inkChg>
        <pc:inkChg chg="add">
          <ac:chgData name="Suyasha Nepal" userId="S::snepal@infinite.com::8cce4cf1-154d-4750-93eb-ff635245ff5e" providerId="AD" clId="Web-{390B675D-6EE8-0720-884D-344F4BACD696}" dt="2025-12-03T08:50:19.320" v="446"/>
          <ac:inkMkLst>
            <pc:docMk/>
            <pc:sldMk cId="0" sldId="271"/>
            <ac:inkMk id="57" creationId="{5F692B4C-52E9-07F7-443D-190102CCEA4B}"/>
          </ac:inkMkLst>
        </pc:inkChg>
        <pc:inkChg chg="add">
          <ac:chgData name="Suyasha Nepal" userId="S::snepal@infinite.com::8cce4cf1-154d-4750-93eb-ff635245ff5e" providerId="AD" clId="Web-{390B675D-6EE8-0720-884D-344F4BACD696}" dt="2025-12-03T08:50:22.226" v="447"/>
          <ac:inkMkLst>
            <pc:docMk/>
            <pc:sldMk cId="0" sldId="271"/>
            <ac:inkMk id="58" creationId="{95916A19-2D1B-7EB1-C3AD-0FC6A0D073AA}"/>
          </ac:inkMkLst>
        </pc:inkChg>
        <pc:inkChg chg="add">
          <ac:chgData name="Suyasha Nepal" userId="S::snepal@infinite.com::8cce4cf1-154d-4750-93eb-ff635245ff5e" providerId="AD" clId="Web-{390B675D-6EE8-0720-884D-344F4BACD696}" dt="2025-12-03T08:50:28.023" v="448"/>
          <ac:inkMkLst>
            <pc:docMk/>
            <pc:sldMk cId="0" sldId="271"/>
            <ac:inkMk id="59" creationId="{2CA69E52-4866-176A-EA4B-C8BC195B095B}"/>
          </ac:inkMkLst>
        </pc:inkChg>
        <pc:inkChg chg="add del">
          <ac:chgData name="Suyasha Nepal" userId="S::snepal@infinite.com::8cce4cf1-154d-4750-93eb-ff635245ff5e" providerId="AD" clId="Web-{390B675D-6EE8-0720-884D-344F4BACD696}" dt="2025-12-03T08:50:35.992" v="450"/>
          <ac:inkMkLst>
            <pc:docMk/>
            <pc:sldMk cId="0" sldId="271"/>
            <ac:inkMk id="60" creationId="{2CB6FB12-3ECA-6214-BE1E-667FF3B2C823}"/>
          </ac:inkMkLst>
        </pc:inkChg>
        <pc:inkChg chg="add">
          <ac:chgData name="Suyasha Nepal" userId="S::snepal@infinite.com::8cce4cf1-154d-4750-93eb-ff635245ff5e" providerId="AD" clId="Web-{390B675D-6EE8-0720-884D-344F4BACD696}" dt="2025-12-03T08:50:36.133" v="451"/>
          <ac:inkMkLst>
            <pc:docMk/>
            <pc:sldMk cId="0" sldId="271"/>
            <ac:inkMk id="61" creationId="{ABD0B58B-06FC-34C8-46AA-D4B256E7FC8D}"/>
          </ac:inkMkLst>
        </pc:inkChg>
        <pc:inkChg chg="add">
          <ac:chgData name="Suyasha Nepal" userId="S::snepal@infinite.com::8cce4cf1-154d-4750-93eb-ff635245ff5e" providerId="AD" clId="Web-{390B675D-6EE8-0720-884D-344F4BACD696}" dt="2025-12-03T08:50:38.695" v="452"/>
          <ac:inkMkLst>
            <pc:docMk/>
            <pc:sldMk cId="0" sldId="271"/>
            <ac:inkMk id="62" creationId="{D5C35C2B-B7C9-2C5D-36D9-161991742809}"/>
          </ac:inkMkLst>
        </pc:inkChg>
        <pc:inkChg chg="add del">
          <ac:chgData name="Suyasha Nepal" userId="S::snepal@infinite.com::8cce4cf1-154d-4750-93eb-ff635245ff5e" providerId="AD" clId="Web-{390B675D-6EE8-0720-884D-344F4BACD696}" dt="2025-12-03T08:50:42.727" v="456"/>
          <ac:inkMkLst>
            <pc:docMk/>
            <pc:sldMk cId="0" sldId="271"/>
            <ac:inkMk id="63" creationId="{5E37EB4C-E35B-0725-2568-F67DD02429A1}"/>
          </ac:inkMkLst>
        </pc:inkChg>
        <pc:inkChg chg="add del">
          <ac:chgData name="Suyasha Nepal" userId="S::snepal@infinite.com::8cce4cf1-154d-4750-93eb-ff635245ff5e" providerId="AD" clId="Web-{390B675D-6EE8-0720-884D-344F4BACD696}" dt="2025-12-03T08:50:42.727" v="455"/>
          <ac:inkMkLst>
            <pc:docMk/>
            <pc:sldMk cId="0" sldId="271"/>
            <ac:inkMk id="64" creationId="{84A8E4C4-FFE2-5407-F396-9776CA543977}"/>
          </ac:inkMkLst>
        </pc:inkChg>
        <pc:inkChg chg="add del">
          <ac:chgData name="Suyasha Nepal" userId="S::snepal@infinite.com::8cce4cf1-154d-4750-93eb-ff635245ff5e" providerId="AD" clId="Web-{390B675D-6EE8-0720-884D-344F4BACD696}" dt="2025-12-03T08:50:48.820" v="458"/>
          <ac:inkMkLst>
            <pc:docMk/>
            <pc:sldMk cId="0" sldId="271"/>
            <ac:inkMk id="65" creationId="{34711009-B0BE-A3B2-C250-7128121DFE1B}"/>
          </ac:inkMkLst>
        </pc:inkChg>
        <pc:inkChg chg="add del">
          <ac:chgData name="Suyasha Nepal" userId="S::snepal@infinite.com::8cce4cf1-154d-4750-93eb-ff635245ff5e" providerId="AD" clId="Web-{390B675D-6EE8-0720-884D-344F4BACD696}" dt="2025-12-03T08:51:00.696" v="460"/>
          <ac:inkMkLst>
            <pc:docMk/>
            <pc:sldMk cId="0" sldId="271"/>
            <ac:inkMk id="66" creationId="{293369BE-5846-0ED3-8162-73170228E4A9}"/>
          </ac:inkMkLst>
        </pc:inkChg>
      </pc:sldChg>
      <pc:sldChg chg="modSp">
        <pc:chgData name="Suyasha Nepal" userId="S::snepal@infinite.com::8cce4cf1-154d-4750-93eb-ff635245ff5e" providerId="AD" clId="Web-{390B675D-6EE8-0720-884D-344F4BACD696}" dt="2025-12-03T09:37:06.313" v="1016" actId="1076"/>
        <pc:sldMkLst>
          <pc:docMk/>
          <pc:sldMk cId="0" sldId="272"/>
        </pc:sldMkLst>
        <pc:spChg chg="mod">
          <ac:chgData name="Suyasha Nepal" userId="S::snepal@infinite.com::8cce4cf1-154d-4750-93eb-ff635245ff5e" providerId="AD" clId="Web-{390B675D-6EE8-0720-884D-344F4BACD696}" dt="2025-12-03T09:37:06.313" v="1016" actId="1076"/>
          <ac:spMkLst>
            <pc:docMk/>
            <pc:sldMk cId="0" sldId="272"/>
            <ac:spMk id="4" creationId="{00000000-0000-0000-0000-000000000000}"/>
          </ac:spMkLst>
        </pc:spChg>
      </pc:sldChg>
      <pc:sldChg chg="addSp delSp modSp add ord replId">
        <pc:chgData name="Suyasha Nepal" userId="S::snepal@infinite.com::8cce4cf1-154d-4750-93eb-ff635245ff5e" providerId="AD" clId="Web-{390B675D-6EE8-0720-884D-344F4BACD696}" dt="2025-12-03T10:06:35.429" v="1185" actId="1076"/>
        <pc:sldMkLst>
          <pc:docMk/>
          <pc:sldMk cId="4225707544" sldId="273"/>
        </pc:sldMkLst>
        <pc:spChg chg="add del">
          <ac:chgData name="Suyasha Nepal" userId="S::snepal@infinite.com::8cce4cf1-154d-4750-93eb-ff635245ff5e" providerId="AD" clId="Web-{390B675D-6EE8-0720-884D-344F4BACD696}" dt="2025-12-03T09:23:18.277" v="677"/>
          <ac:spMkLst>
            <pc:docMk/>
            <pc:sldMk cId="4225707544" sldId="273"/>
            <ac:spMk id="2" creationId="{4FC1394E-95E8-632F-6AB1-9DF5057B848C}"/>
          </ac:spMkLst>
        </pc:spChg>
        <pc:spChg chg="add del">
          <ac:chgData name="Suyasha Nepal" userId="S::snepal@infinite.com::8cce4cf1-154d-4750-93eb-ff635245ff5e" providerId="AD" clId="Web-{390B675D-6EE8-0720-884D-344F4BACD696}" dt="2025-12-03T09:23:15.277" v="676"/>
          <ac:spMkLst>
            <pc:docMk/>
            <pc:sldMk cId="4225707544" sldId="273"/>
            <ac:spMk id="3" creationId="{B9C42D31-1A66-ABB3-B400-5685D03B4F77}"/>
          </ac:spMkLst>
        </pc:spChg>
        <pc:spChg chg="mod">
          <ac:chgData name="Suyasha Nepal" userId="S::snepal@infinite.com::8cce4cf1-154d-4750-93eb-ff635245ff5e" providerId="AD" clId="Web-{390B675D-6EE8-0720-884D-344F4BACD696}" dt="2025-12-03T09:21:30.305" v="651" actId="20577"/>
          <ac:spMkLst>
            <pc:docMk/>
            <pc:sldMk cId="4225707544" sldId="273"/>
            <ac:spMk id="8" creationId="{0301BF92-08DD-9C85-9F82-7474C0201D1A}"/>
          </ac:spMkLst>
        </pc:spChg>
        <pc:spChg chg="mod">
          <ac:chgData name="Suyasha Nepal" userId="S::snepal@infinite.com::8cce4cf1-154d-4750-93eb-ff635245ff5e" providerId="AD" clId="Web-{390B675D-6EE8-0720-884D-344F4BACD696}" dt="2025-12-03T09:40:45.677" v="1054" actId="1076"/>
          <ac:spMkLst>
            <pc:docMk/>
            <pc:sldMk cId="4225707544" sldId="273"/>
            <ac:spMk id="9" creationId="{DC47E2C0-E173-F408-D07E-FEF4B20D3DE2}"/>
          </ac:spMkLst>
        </pc:spChg>
        <pc:spChg chg="mod">
          <ac:chgData name="Suyasha Nepal" userId="S::snepal@infinite.com::8cce4cf1-154d-4750-93eb-ff635245ff5e" providerId="AD" clId="Web-{390B675D-6EE8-0720-884D-344F4BACD696}" dt="2025-12-03T10:06:35.429" v="1185" actId="1076"/>
          <ac:spMkLst>
            <pc:docMk/>
            <pc:sldMk cId="4225707544" sldId="273"/>
            <ac:spMk id="13" creationId="{4D1805EE-135D-DD75-169C-1BAFE8366D85}"/>
          </ac:spMkLst>
        </pc:spChg>
        <pc:spChg chg="add del mod topLvl">
          <ac:chgData name="Suyasha Nepal" userId="S::snepal@infinite.com::8cce4cf1-154d-4750-93eb-ff635245ff5e" providerId="AD" clId="Web-{390B675D-6EE8-0720-884D-344F4BACD696}" dt="2025-12-03T10:06:26.945" v="1183" actId="1076"/>
          <ac:spMkLst>
            <pc:docMk/>
            <pc:sldMk cId="4225707544" sldId="273"/>
            <ac:spMk id="15" creationId="{818AE123-783F-8274-535E-8C100104A994}"/>
          </ac:spMkLst>
        </pc:spChg>
        <pc:spChg chg="del">
          <ac:chgData name="Suyasha Nepal" userId="S::snepal@infinite.com::8cce4cf1-154d-4750-93eb-ff635245ff5e" providerId="AD" clId="Web-{390B675D-6EE8-0720-884D-344F4BACD696}" dt="2025-12-03T09:25:04.498" v="681"/>
          <ac:spMkLst>
            <pc:docMk/>
            <pc:sldMk cId="4225707544" sldId="273"/>
            <ac:spMk id="16" creationId="{3468433C-480F-61F1-F6DC-F6ADC63F72E6}"/>
          </ac:spMkLst>
        </pc:spChg>
        <pc:spChg chg="del topLvl">
          <ac:chgData name="Suyasha Nepal" userId="S::snepal@infinite.com::8cce4cf1-154d-4750-93eb-ff635245ff5e" providerId="AD" clId="Web-{390B675D-6EE8-0720-884D-344F4BACD696}" dt="2025-12-03T09:25:08.123" v="682"/>
          <ac:spMkLst>
            <pc:docMk/>
            <pc:sldMk cId="4225707544" sldId="273"/>
            <ac:spMk id="17" creationId="{635FEF26-7EB6-9E37-21DC-E2BD97381795}"/>
          </ac:spMkLst>
        </pc:spChg>
        <pc:spChg chg="del">
          <ac:chgData name="Suyasha Nepal" userId="S::snepal@infinite.com::8cce4cf1-154d-4750-93eb-ff635245ff5e" providerId="AD" clId="Web-{390B675D-6EE8-0720-884D-344F4BACD696}" dt="2025-12-03T09:21:35.899" v="653"/>
          <ac:spMkLst>
            <pc:docMk/>
            <pc:sldMk cId="4225707544" sldId="273"/>
            <ac:spMk id="19" creationId="{BD26FF5C-CCCF-8C6F-2946-53EA455F9730}"/>
          </ac:spMkLst>
        </pc:spChg>
        <pc:spChg chg="del mod">
          <ac:chgData name="Suyasha Nepal" userId="S::snepal@infinite.com::8cce4cf1-154d-4750-93eb-ff635245ff5e" providerId="AD" clId="Web-{390B675D-6EE8-0720-884D-344F4BACD696}" dt="2025-12-03T09:21:27.305" v="650"/>
          <ac:spMkLst>
            <pc:docMk/>
            <pc:sldMk cId="4225707544" sldId="273"/>
            <ac:spMk id="20" creationId="{3B3D9044-104A-41EF-6EBE-28710FA9815E}"/>
          </ac:spMkLst>
        </pc:spChg>
        <pc:spChg chg="add mod">
          <ac:chgData name="Suyasha Nepal" userId="S::snepal@infinite.com::8cce4cf1-154d-4750-93eb-ff635245ff5e" providerId="AD" clId="Web-{390B675D-6EE8-0720-884D-344F4BACD696}" dt="2025-12-03T10:06:30.507" v="1184" actId="1076"/>
          <ac:spMkLst>
            <pc:docMk/>
            <pc:sldMk cId="4225707544" sldId="273"/>
            <ac:spMk id="21" creationId="{40A6856C-28FE-9F9C-F026-AF3AF26C1DF8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09:39:59.848" v="1045"/>
          <ac:spMkLst>
            <pc:docMk/>
            <pc:sldMk cId="4225707544" sldId="273"/>
            <ac:spMk id="22" creationId="{73E2EB32-B5C8-32FA-B389-44A6D6AC4EF5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09:44:02.554" v="1084"/>
          <ac:spMkLst>
            <pc:docMk/>
            <pc:sldMk cId="4225707544" sldId="273"/>
            <ac:spMk id="23" creationId="{F7D790F5-CC1C-C2FB-DAF8-EF9435428C10}"/>
          </ac:spMkLst>
        </pc:spChg>
        <pc:grpChg chg="del">
          <ac:chgData name="Suyasha Nepal" userId="S::snepal@infinite.com::8cce4cf1-154d-4750-93eb-ff635245ff5e" providerId="AD" clId="Web-{390B675D-6EE8-0720-884D-344F4BACD696}" dt="2025-12-03T09:21:32.196" v="652"/>
          <ac:grpSpMkLst>
            <pc:docMk/>
            <pc:sldMk cId="4225707544" sldId="273"/>
            <ac:grpSpMk id="5" creationId="{C4853067-F0AC-41BC-F617-824017BA83F6}"/>
          </ac:grpSpMkLst>
        </pc:grpChg>
        <pc:grpChg chg="del">
          <ac:chgData name="Suyasha Nepal" userId="S::snepal@infinite.com::8cce4cf1-154d-4750-93eb-ff635245ff5e" providerId="AD" clId="Web-{390B675D-6EE8-0720-884D-344F4BACD696}" dt="2025-12-03T09:21:38.384" v="654"/>
          <ac:grpSpMkLst>
            <pc:docMk/>
            <pc:sldMk cId="4225707544" sldId="273"/>
            <ac:grpSpMk id="10" creationId="{E14296CE-CE69-AF31-A7C1-B577887BD60E}"/>
          </ac:grpSpMkLst>
        </pc:grpChg>
        <pc:grpChg chg="add del">
          <ac:chgData name="Suyasha Nepal" userId="S::snepal@infinite.com::8cce4cf1-154d-4750-93eb-ff635245ff5e" providerId="AD" clId="Web-{390B675D-6EE8-0720-884D-344F4BACD696}" dt="2025-12-03T09:25:08.123" v="682"/>
          <ac:grpSpMkLst>
            <pc:docMk/>
            <pc:sldMk cId="4225707544" sldId="273"/>
            <ac:grpSpMk id="18" creationId="{E06BD9EE-A43C-CB34-72FA-9728B3121D5B}"/>
          </ac:grpSpMkLst>
        </pc:grpChg>
        <pc:graphicFrameChg chg="add del">
          <ac:chgData name="Suyasha Nepal" userId="S::snepal@infinite.com::8cce4cf1-154d-4750-93eb-ff635245ff5e" providerId="AD" clId="Web-{390B675D-6EE8-0720-884D-344F4BACD696}" dt="2025-12-03T09:24:38.575" v="679"/>
          <ac:graphicFrameMkLst>
            <pc:docMk/>
            <pc:sldMk cId="4225707544" sldId="273"/>
            <ac:graphicFrameMk id="4" creationId="{D374C71A-5E16-1599-5571-76FCB4C85D82}"/>
          </ac:graphicFrameMkLst>
        </pc:graphicFrameChg>
      </pc:sldChg>
      <pc:sldChg chg="addSp delSp modSp add ord replId">
        <pc:chgData name="Suyasha Nepal" userId="S::snepal@infinite.com::8cce4cf1-154d-4750-93eb-ff635245ff5e" providerId="AD" clId="Web-{390B675D-6EE8-0720-884D-344F4BACD696}" dt="2025-12-03T10:07:35.867" v="1194" actId="1076"/>
        <pc:sldMkLst>
          <pc:docMk/>
          <pc:sldMk cId="946881239" sldId="274"/>
        </pc:sldMkLst>
        <pc:spChg chg="del mod">
          <ac:chgData name="Suyasha Nepal" userId="S::snepal@infinite.com::8cce4cf1-154d-4750-93eb-ff635245ff5e" providerId="AD" clId="Web-{390B675D-6EE8-0720-884D-344F4BACD696}" dt="2025-12-03T09:58:57.872" v="1143"/>
          <ac:spMkLst>
            <pc:docMk/>
            <pc:sldMk cId="946881239" sldId="274"/>
            <ac:spMk id="2" creationId="{0C5FB10A-40F3-BBA7-1FB1-3C70379D2A22}"/>
          </ac:spMkLst>
        </pc:spChg>
        <pc:spChg chg="del mod">
          <ac:chgData name="Suyasha Nepal" userId="S::snepal@infinite.com::8cce4cf1-154d-4750-93eb-ff635245ff5e" providerId="AD" clId="Web-{390B675D-6EE8-0720-884D-344F4BACD696}" dt="2025-12-03T10:02:03.893" v="1161"/>
          <ac:spMkLst>
            <pc:docMk/>
            <pc:sldMk cId="946881239" sldId="274"/>
            <ac:spMk id="3" creationId="{4EB888D8-00F5-C2A6-2087-3BE742D5FCEC}"/>
          </ac:spMkLst>
        </pc:spChg>
        <pc:spChg chg="add mod">
          <ac:chgData name="Suyasha Nepal" userId="S::snepal@infinite.com::8cce4cf1-154d-4750-93eb-ff635245ff5e" providerId="AD" clId="Web-{390B675D-6EE8-0720-884D-344F4BACD696}" dt="2025-12-03T10:06:49.992" v="1187" actId="20577"/>
          <ac:spMkLst>
            <pc:docMk/>
            <pc:sldMk cId="946881239" sldId="274"/>
            <ac:spMk id="4" creationId="{C20CBD38-4CF7-E6CA-A4E8-72A052600996}"/>
          </ac:spMkLst>
        </pc:spChg>
        <pc:spChg chg="add mod">
          <ac:chgData name="Suyasha Nepal" userId="S::snepal@infinite.com::8cce4cf1-154d-4750-93eb-ff635245ff5e" providerId="AD" clId="Web-{390B675D-6EE8-0720-884D-344F4BACD696}" dt="2025-12-03T10:03:33.755" v="1175" actId="1076"/>
          <ac:spMkLst>
            <pc:docMk/>
            <pc:sldMk cId="946881239" sldId="274"/>
            <ac:spMk id="6" creationId="{3B7A8237-C5AB-ECF3-BFFA-0C39DA9068EB}"/>
          </ac:spMkLst>
        </pc:spChg>
        <pc:spChg chg="mod">
          <ac:chgData name="Suyasha Nepal" userId="S::snepal@infinite.com::8cce4cf1-154d-4750-93eb-ff635245ff5e" providerId="AD" clId="Web-{390B675D-6EE8-0720-884D-344F4BACD696}" dt="2025-12-03T10:07:35.867" v="1194" actId="1076"/>
          <ac:spMkLst>
            <pc:docMk/>
            <pc:sldMk cId="946881239" sldId="274"/>
            <ac:spMk id="20" creationId="{027683A7-C465-0C8A-739E-ABBF4A5512A4}"/>
          </ac:spMkLst>
        </pc:spChg>
        <pc:grpChg chg="del">
          <ac:chgData name="Suyasha Nepal" userId="S::snepal@infinite.com::8cce4cf1-154d-4750-93eb-ff635245ff5e" providerId="AD" clId="Web-{390B675D-6EE8-0720-884D-344F4BACD696}" dt="2025-12-03T09:55:16.078" v="1103"/>
          <ac:grpSpMkLst>
            <pc:docMk/>
            <pc:sldMk cId="946881239" sldId="274"/>
            <ac:grpSpMk id="7" creationId="{1A34FCFB-ECB9-4A4E-4609-E299FFE627C6}"/>
          </ac:grpSpMkLst>
        </pc:grpChg>
        <pc:grpChg chg="del">
          <ac:chgData name="Suyasha Nepal" userId="S::snepal@infinite.com::8cce4cf1-154d-4750-93eb-ff635245ff5e" providerId="AD" clId="Web-{390B675D-6EE8-0720-884D-344F4BACD696}" dt="2025-12-03T09:55:18.719" v="1104"/>
          <ac:grpSpMkLst>
            <pc:docMk/>
            <pc:sldMk cId="946881239" sldId="274"/>
            <ac:grpSpMk id="14" creationId="{36390E3D-D310-4FD1-2208-8E8DA01EBD59}"/>
          </ac:grpSpMkLst>
        </pc:grpChg>
      </pc:sldChg>
      <pc:sldChg chg="new del">
        <pc:chgData name="Suyasha Nepal" userId="S::snepal@infinite.com::8cce4cf1-154d-4750-93eb-ff635245ff5e" providerId="AD" clId="Web-{390B675D-6EE8-0720-884D-344F4BACD696}" dt="2025-12-03T10:07:18.242" v="1190"/>
        <pc:sldMkLst>
          <pc:docMk/>
          <pc:sldMk cId="768608414" sldId="275"/>
        </pc:sldMkLst>
      </pc:sldChg>
      <pc:sldChg chg="addSp delSp modSp add replId">
        <pc:chgData name="Suyasha Nepal" userId="S::snepal@infinite.com::8cce4cf1-154d-4750-93eb-ff635245ff5e" providerId="AD" clId="Web-{390B675D-6EE8-0720-884D-344F4BACD696}" dt="2025-12-03T10:47:26.507" v="1793" actId="14100"/>
        <pc:sldMkLst>
          <pc:docMk/>
          <pc:sldMk cId="1507962476" sldId="275"/>
        </pc:sldMkLst>
        <pc:spChg chg="del topLvl">
          <ac:chgData name="Suyasha Nepal" userId="S::snepal@infinite.com::8cce4cf1-154d-4750-93eb-ff635245ff5e" providerId="AD" clId="Web-{390B675D-6EE8-0720-884D-344F4BACD696}" dt="2025-12-03T10:16:00.535" v="1329"/>
          <ac:spMkLst>
            <pc:docMk/>
            <pc:sldMk cId="1507962476" sldId="275"/>
            <ac:spMk id="3" creationId="{65FF01EF-8D77-4922-9052-0EA64C9CE1CD}"/>
          </ac:spMkLst>
        </pc:spChg>
        <pc:spChg chg="del mod topLvl">
          <ac:chgData name="Suyasha Nepal" userId="S::snepal@infinite.com::8cce4cf1-154d-4750-93eb-ff635245ff5e" providerId="AD" clId="Web-{390B675D-6EE8-0720-884D-344F4BACD696}" dt="2025-12-03T10:15:58.004" v="1328"/>
          <ac:spMkLst>
            <pc:docMk/>
            <pc:sldMk cId="1507962476" sldId="275"/>
            <ac:spMk id="4" creationId="{3AD825E8-C591-0262-674A-8AAE0A881C2A}"/>
          </ac:spMkLst>
        </pc:spChg>
        <pc:spChg chg="mod">
          <ac:chgData name="Suyasha Nepal" userId="S::snepal@infinite.com::8cce4cf1-154d-4750-93eb-ff635245ff5e" providerId="AD" clId="Web-{390B675D-6EE8-0720-884D-344F4BACD696}" dt="2025-12-03T10:16:23.254" v="1348" actId="20577"/>
          <ac:spMkLst>
            <pc:docMk/>
            <pc:sldMk cId="1507962476" sldId="275"/>
            <ac:spMk id="7" creationId="{57C57E58-EAB9-0E12-6BFC-D73BC2E49EEC}"/>
          </ac:spMkLst>
        </pc:spChg>
        <pc:spChg chg="mod">
          <ac:chgData name="Suyasha Nepal" userId="S::snepal@infinite.com::8cce4cf1-154d-4750-93eb-ff635245ff5e" providerId="AD" clId="Web-{390B675D-6EE8-0720-884D-344F4BACD696}" dt="2025-12-03T10:13:02.699" v="1262" actId="20577"/>
          <ac:spMkLst>
            <pc:docMk/>
            <pc:sldMk cId="1507962476" sldId="275"/>
            <ac:spMk id="10" creationId="{9FFAA572-F300-CE08-548A-C64612758ADA}"/>
          </ac:spMkLst>
        </pc:spChg>
        <pc:spChg chg="mod">
          <ac:chgData name="Suyasha Nepal" userId="S::snepal@infinite.com::8cce4cf1-154d-4750-93eb-ff635245ff5e" providerId="AD" clId="Web-{390B675D-6EE8-0720-884D-344F4BACD696}" dt="2025-12-03T10:42:24.580" v="1754" actId="20577"/>
          <ac:spMkLst>
            <pc:docMk/>
            <pc:sldMk cId="1507962476" sldId="275"/>
            <ac:spMk id="13" creationId="{8F0A76AC-DCD9-BA6F-E37E-29CB15EB2D5C}"/>
          </ac:spMkLst>
        </pc:spChg>
        <pc:spChg chg="mod">
          <ac:chgData name="Suyasha Nepal" userId="S::snepal@infinite.com::8cce4cf1-154d-4750-93eb-ff635245ff5e" providerId="AD" clId="Web-{390B675D-6EE8-0720-884D-344F4BACD696}" dt="2025-12-03T10:31:07.113" v="1557" actId="14100"/>
          <ac:spMkLst>
            <pc:docMk/>
            <pc:sldMk cId="1507962476" sldId="275"/>
            <ac:spMk id="16" creationId="{73D9F9D6-6537-6172-F073-EC8F9D7BBB4A}"/>
          </ac:spMkLst>
        </pc:spChg>
        <pc:spChg chg="mod">
          <ac:chgData name="Suyasha Nepal" userId="S::snepal@infinite.com::8cce4cf1-154d-4750-93eb-ff635245ff5e" providerId="AD" clId="Web-{390B675D-6EE8-0720-884D-344F4BACD696}" dt="2025-12-03T10:13:37.170" v="1268" actId="20577"/>
          <ac:spMkLst>
            <pc:docMk/>
            <pc:sldMk cId="1507962476" sldId="275"/>
            <ac:spMk id="19" creationId="{B8628FD0-D368-2894-0292-77958FB7AC24}"/>
          </ac:spMkLst>
        </pc:spChg>
        <pc:spChg chg="del mod">
          <ac:chgData name="Suyasha Nepal" userId="S::snepal@infinite.com::8cce4cf1-154d-4750-93eb-ff635245ff5e" providerId="AD" clId="Web-{390B675D-6EE8-0720-884D-344F4BACD696}" dt="2025-12-03T10:43:17.737" v="1762"/>
          <ac:spMkLst>
            <pc:docMk/>
            <pc:sldMk cId="1507962476" sldId="275"/>
            <ac:spMk id="20" creationId="{3917CBC2-DBB5-5F24-F7FA-A5FD448BB2B4}"/>
          </ac:spMkLst>
        </pc:spChg>
        <pc:spChg chg="del mod">
          <ac:chgData name="Suyasha Nepal" userId="S::snepal@infinite.com::8cce4cf1-154d-4750-93eb-ff635245ff5e" providerId="AD" clId="Web-{390B675D-6EE8-0720-884D-344F4BACD696}" dt="2025-12-03T10:28:41.636" v="1527"/>
          <ac:spMkLst>
            <pc:docMk/>
            <pc:sldMk cId="1507962476" sldId="275"/>
            <ac:spMk id="21" creationId="{EEC396C5-A8FC-B502-4CB5-6F32061E4221}"/>
          </ac:spMkLst>
        </pc:spChg>
        <pc:spChg chg="del mod">
          <ac:chgData name="Suyasha Nepal" userId="S::snepal@infinite.com::8cce4cf1-154d-4750-93eb-ff635245ff5e" providerId="AD" clId="Web-{390B675D-6EE8-0720-884D-344F4BACD696}" dt="2025-12-03T10:43:23.409" v="1764"/>
          <ac:spMkLst>
            <pc:docMk/>
            <pc:sldMk cId="1507962476" sldId="275"/>
            <ac:spMk id="22" creationId="{56A62702-2D8C-77C6-5BB5-40E0EF40318A}"/>
          </ac:spMkLst>
        </pc:spChg>
        <pc:spChg chg="mod">
          <ac:chgData name="Suyasha Nepal" userId="S::snepal@infinite.com::8cce4cf1-154d-4750-93eb-ff635245ff5e" providerId="AD" clId="Web-{390B675D-6EE8-0720-884D-344F4BACD696}" dt="2025-12-03T10:44:10.180" v="1772" actId="20577"/>
          <ac:spMkLst>
            <pc:docMk/>
            <pc:sldMk cId="1507962476" sldId="275"/>
            <ac:spMk id="25" creationId="{2FB56343-98FF-F623-234E-7630D64E92FF}"/>
          </ac:spMkLst>
        </pc:spChg>
        <pc:spChg chg="del mod">
          <ac:chgData name="Suyasha Nepal" userId="S::snepal@infinite.com::8cce4cf1-154d-4750-93eb-ff635245ff5e" providerId="AD" clId="Web-{390B675D-6EE8-0720-884D-344F4BACD696}" dt="2025-12-03T10:23:30.059" v="1469"/>
          <ac:spMkLst>
            <pc:docMk/>
            <pc:sldMk cId="1507962476" sldId="275"/>
            <ac:spMk id="26" creationId="{BCFC914F-26D5-04F2-92EB-295F8DCC003A}"/>
          </ac:spMkLst>
        </pc:spChg>
        <pc:spChg chg="mod">
          <ac:chgData name="Suyasha Nepal" userId="S::snepal@infinite.com::8cce4cf1-154d-4750-93eb-ff635245ff5e" providerId="AD" clId="Web-{390B675D-6EE8-0720-884D-344F4BACD696}" dt="2025-12-03T10:42:03.955" v="1753" actId="20577"/>
          <ac:spMkLst>
            <pc:docMk/>
            <pc:sldMk cId="1507962476" sldId="275"/>
            <ac:spMk id="29" creationId="{5193CF53-D99C-EAEE-117F-F2610125B790}"/>
          </ac:spMkLst>
        </pc:spChg>
        <pc:spChg chg="mod">
          <ac:chgData name="Suyasha Nepal" userId="S::snepal@infinite.com::8cce4cf1-154d-4750-93eb-ff635245ff5e" providerId="AD" clId="Web-{390B675D-6EE8-0720-884D-344F4BACD696}" dt="2025-12-03T10:12:48.730" v="1260" actId="20577"/>
          <ac:spMkLst>
            <pc:docMk/>
            <pc:sldMk cId="1507962476" sldId="275"/>
            <ac:spMk id="32" creationId="{83F0DCDB-8D47-624F-6291-F1589133F258}"/>
          </ac:spMkLst>
        </pc:spChg>
        <pc:spChg chg="mod">
          <ac:chgData name="Suyasha Nepal" userId="S::snepal@infinite.com::8cce4cf1-154d-4750-93eb-ff635245ff5e" providerId="AD" clId="Web-{390B675D-6EE8-0720-884D-344F4BACD696}" dt="2025-12-03T10:15:16.737" v="1303" actId="20577"/>
          <ac:spMkLst>
            <pc:docMk/>
            <pc:sldMk cId="1507962476" sldId="275"/>
            <ac:spMk id="35" creationId="{C600A720-4AFC-9BF4-E8F1-3A1E7EBF1127}"/>
          </ac:spMkLst>
        </pc:spChg>
        <pc:spChg chg="del mod">
          <ac:chgData name="Suyasha Nepal" userId="S::snepal@infinite.com::8cce4cf1-154d-4750-93eb-ff635245ff5e" providerId="AD" clId="Web-{390B675D-6EE8-0720-884D-344F4BACD696}" dt="2025-12-03T10:29:32.108" v="1540"/>
          <ac:spMkLst>
            <pc:docMk/>
            <pc:sldMk cId="1507962476" sldId="275"/>
            <ac:spMk id="36" creationId="{4CE709AF-CAC3-7073-2D1E-02A6B3CD812C}"/>
          </ac:spMkLst>
        </pc:spChg>
        <pc:spChg chg="mod">
          <ac:chgData name="Suyasha Nepal" userId="S::snepal@infinite.com::8cce4cf1-154d-4750-93eb-ff635245ff5e" providerId="AD" clId="Web-{390B675D-6EE8-0720-884D-344F4BACD696}" dt="2025-12-03T10:16:40.958" v="1354" actId="20577"/>
          <ac:spMkLst>
            <pc:docMk/>
            <pc:sldMk cId="1507962476" sldId="275"/>
            <ac:spMk id="39" creationId="{F4842790-9D97-F141-6B70-C77D995A675C}"/>
          </ac:spMkLst>
        </pc:spChg>
        <pc:spChg chg="del mod">
          <ac:chgData name="Suyasha Nepal" userId="S::snepal@infinite.com::8cce4cf1-154d-4750-93eb-ff635245ff5e" providerId="AD" clId="Web-{390B675D-6EE8-0720-884D-344F4BACD696}" dt="2025-12-03T10:39:25.828" v="1712"/>
          <ac:spMkLst>
            <pc:docMk/>
            <pc:sldMk cId="1507962476" sldId="275"/>
            <ac:spMk id="40" creationId="{10AF1B2F-327F-8930-4D1F-F908F75E2442}"/>
          </ac:spMkLst>
        </pc:spChg>
        <pc:spChg chg="mod">
          <ac:chgData name="Suyasha Nepal" userId="S::snepal@infinite.com::8cce4cf1-154d-4750-93eb-ff635245ff5e" providerId="AD" clId="Web-{390B675D-6EE8-0720-884D-344F4BACD696}" dt="2025-12-03T10:14:10.750" v="1274" actId="20577"/>
          <ac:spMkLst>
            <pc:docMk/>
            <pc:sldMk cId="1507962476" sldId="275"/>
            <ac:spMk id="43" creationId="{78C46F67-9F96-C48D-A1E1-176385279483}"/>
          </ac:spMkLst>
        </pc:spChg>
        <pc:spChg chg="mod">
          <ac:chgData name="Suyasha Nepal" userId="S::snepal@infinite.com::8cce4cf1-154d-4750-93eb-ff635245ff5e" providerId="AD" clId="Web-{390B675D-6EE8-0720-884D-344F4BACD696}" dt="2025-12-03T10:16:36.833" v="1353" actId="20577"/>
          <ac:spMkLst>
            <pc:docMk/>
            <pc:sldMk cId="1507962476" sldId="275"/>
            <ac:spMk id="46" creationId="{702ACF80-45C6-197A-C145-997C12E0B603}"/>
          </ac:spMkLst>
        </pc:spChg>
        <pc:spChg chg="del mod">
          <ac:chgData name="Suyasha Nepal" userId="S::snepal@infinite.com::8cce4cf1-154d-4750-93eb-ff635245ff5e" providerId="AD" clId="Web-{390B675D-6EE8-0720-884D-344F4BACD696}" dt="2025-12-03T10:29:24.217" v="1538"/>
          <ac:spMkLst>
            <pc:docMk/>
            <pc:sldMk cId="1507962476" sldId="275"/>
            <ac:spMk id="47" creationId="{EEDB86D4-88BE-FFB7-935A-780069A20609}"/>
          </ac:spMkLst>
        </pc:spChg>
        <pc:spChg chg="del">
          <ac:chgData name="Suyasha Nepal" userId="S::snepal@infinite.com::8cce4cf1-154d-4750-93eb-ff635245ff5e" providerId="AD" clId="Web-{390B675D-6EE8-0720-884D-344F4BACD696}" dt="2025-12-03T10:29:28.655" v="1539"/>
          <ac:spMkLst>
            <pc:docMk/>
            <pc:sldMk cId="1507962476" sldId="275"/>
            <ac:spMk id="48" creationId="{FBC04E36-7A8A-1386-941F-094A4F12FF0C}"/>
          </ac:spMkLst>
        </pc:spChg>
        <pc:spChg chg="mod">
          <ac:chgData name="Suyasha Nepal" userId="S::snepal@infinite.com::8cce4cf1-154d-4750-93eb-ff635245ff5e" providerId="AD" clId="Web-{390B675D-6EE8-0720-884D-344F4BACD696}" dt="2025-12-03T10:21:17.714" v="1453" actId="1076"/>
          <ac:spMkLst>
            <pc:docMk/>
            <pc:sldMk cId="1507962476" sldId="275"/>
            <ac:spMk id="50" creationId="{032E26DD-101C-4990-9493-CC9ED8BD8776}"/>
          </ac:spMkLst>
        </pc:spChg>
        <pc:spChg chg="mod">
          <ac:chgData name="Suyasha Nepal" userId="S::snepal@infinite.com::8cce4cf1-154d-4750-93eb-ff635245ff5e" providerId="AD" clId="Web-{390B675D-6EE8-0720-884D-344F4BACD696}" dt="2025-12-03T10:41:49.799" v="1752" actId="20577"/>
          <ac:spMkLst>
            <pc:docMk/>
            <pc:sldMk cId="1507962476" sldId="275"/>
            <ac:spMk id="51" creationId="{D2E1ECD9-8682-7F74-61AD-B85F02B3914F}"/>
          </ac:spMkLst>
        </pc:spChg>
        <pc:spChg chg="del mod">
          <ac:chgData name="Suyasha Nepal" userId="S::snepal@infinite.com::8cce4cf1-154d-4750-93eb-ff635245ff5e" providerId="AD" clId="Web-{390B675D-6EE8-0720-884D-344F4BACD696}" dt="2025-12-03T10:28:47.105" v="1529"/>
          <ac:spMkLst>
            <pc:docMk/>
            <pc:sldMk cId="1507962476" sldId="275"/>
            <ac:spMk id="52" creationId="{BE58386F-4473-32E1-01FA-8977B54A27E6}"/>
          </ac:spMkLst>
        </pc:spChg>
        <pc:spChg chg="del mod">
          <ac:chgData name="Suyasha Nepal" userId="S::snepal@infinite.com::8cce4cf1-154d-4750-93eb-ff635245ff5e" providerId="AD" clId="Web-{390B675D-6EE8-0720-884D-344F4BACD696}" dt="2025-12-03T10:28:44.824" v="1528"/>
          <ac:spMkLst>
            <pc:docMk/>
            <pc:sldMk cId="1507962476" sldId="275"/>
            <ac:spMk id="53" creationId="{962B7A28-D71B-E37E-2459-89AB1CB342BF}"/>
          </ac:spMkLst>
        </pc:spChg>
        <pc:spChg chg="del mod">
          <ac:chgData name="Suyasha Nepal" userId="S::snepal@infinite.com::8cce4cf1-154d-4750-93eb-ff635245ff5e" providerId="AD" clId="Web-{390B675D-6EE8-0720-884D-344F4BACD696}" dt="2025-12-03T10:32:23.710" v="1564"/>
          <ac:spMkLst>
            <pc:docMk/>
            <pc:sldMk cId="1507962476" sldId="275"/>
            <ac:spMk id="54" creationId="{9DB48A9F-4C0A-92F4-D633-6A354FF296F5}"/>
          </ac:spMkLst>
        </pc:spChg>
        <pc:spChg chg="del mod">
          <ac:chgData name="Suyasha Nepal" userId="S::snepal@infinite.com::8cce4cf1-154d-4750-93eb-ff635245ff5e" providerId="AD" clId="Web-{390B675D-6EE8-0720-884D-344F4BACD696}" dt="2025-12-03T10:34:46.949" v="1616"/>
          <ac:spMkLst>
            <pc:docMk/>
            <pc:sldMk cId="1507962476" sldId="275"/>
            <ac:spMk id="55" creationId="{0B70D927-46C5-A4C3-184D-4CC980723548}"/>
          </ac:spMkLst>
        </pc:spChg>
        <pc:spChg chg="del mod">
          <ac:chgData name="Suyasha Nepal" userId="S::snepal@infinite.com::8cce4cf1-154d-4750-93eb-ff635245ff5e" providerId="AD" clId="Web-{390B675D-6EE8-0720-884D-344F4BACD696}" dt="2025-12-03T10:10:53.222" v="1197"/>
          <ac:spMkLst>
            <pc:docMk/>
            <pc:sldMk cId="1507962476" sldId="275"/>
            <ac:spMk id="56" creationId="{89F8D960-FB37-5C0A-C08A-9629309AF695}"/>
          </ac:spMkLst>
        </pc:spChg>
        <pc:spChg chg="mod">
          <ac:chgData name="Suyasha Nepal" userId="S::snepal@infinite.com::8cce4cf1-154d-4750-93eb-ff635245ff5e" providerId="AD" clId="Web-{390B675D-6EE8-0720-884D-344F4BACD696}" dt="2025-12-03T10:39:49.813" v="1724" actId="20577"/>
          <ac:spMkLst>
            <pc:docMk/>
            <pc:sldMk cId="1507962476" sldId="275"/>
            <ac:spMk id="63" creationId="{F6839103-F2DA-B624-2EFC-FA1856E8E372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19:20.134" v="1426"/>
          <ac:spMkLst>
            <pc:docMk/>
            <pc:sldMk cId="1507962476" sldId="275"/>
            <ac:spMk id="65" creationId="{61E70D0A-4520-8885-AC85-20DDDE367489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3:15.112" v="1761"/>
          <ac:spMkLst>
            <pc:docMk/>
            <pc:sldMk cId="1507962476" sldId="275"/>
            <ac:spMk id="66" creationId="{707F18B4-5B62-25ED-EFC3-11F1DC079DD1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6:15.737" v="1781"/>
          <ac:spMkLst>
            <pc:docMk/>
            <pc:sldMk cId="1507962476" sldId="275"/>
            <ac:spMk id="67" creationId="{8D27097C-25CF-3F26-FC4E-2E601502819B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34:46.949" v="1615"/>
          <ac:spMkLst>
            <pc:docMk/>
            <pc:sldMk cId="1507962476" sldId="275"/>
            <ac:spMk id="68" creationId="{73ED7E28-7231-3868-7651-1ACCEB844A37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34:46.949" v="1614"/>
          <ac:spMkLst>
            <pc:docMk/>
            <pc:sldMk cId="1507962476" sldId="275"/>
            <ac:spMk id="69" creationId="{303BA912-FCA5-B029-8529-9592CF9341FD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34:46.949" v="1613"/>
          <ac:spMkLst>
            <pc:docMk/>
            <pc:sldMk cId="1507962476" sldId="275"/>
            <ac:spMk id="70" creationId="{447EC3F3-D846-A874-291E-C87A664C6EE8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34:46.949" v="1612"/>
          <ac:spMkLst>
            <pc:docMk/>
            <pc:sldMk cId="1507962476" sldId="275"/>
            <ac:spMk id="71" creationId="{5254E59E-6C5D-A0FD-A984-232779535685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39:25.828" v="1710"/>
          <ac:spMkLst>
            <pc:docMk/>
            <pc:sldMk cId="1507962476" sldId="275"/>
            <ac:spMk id="72" creationId="{18FB9943-3CA6-720E-DE52-2C69EA96302F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39:25.828" v="1709"/>
          <ac:spMkLst>
            <pc:docMk/>
            <pc:sldMk cId="1507962476" sldId="275"/>
            <ac:spMk id="73" creationId="{55914F5D-B1FA-ED38-C1DF-DC50A7DA1E28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39:25.828" v="1708"/>
          <ac:spMkLst>
            <pc:docMk/>
            <pc:sldMk cId="1507962476" sldId="275"/>
            <ac:spMk id="74" creationId="{27829617-64DA-5EFD-CA23-1C208D2B6CD1}"/>
          </ac:spMkLst>
        </pc:spChg>
        <pc:spChg chg="mod">
          <ac:chgData name="Suyasha Nepal" userId="S::snepal@infinite.com::8cce4cf1-154d-4750-93eb-ff635245ff5e" providerId="AD" clId="Web-{390B675D-6EE8-0720-884D-344F4BACD696}" dt="2025-12-03T10:45:17.639" v="1775" actId="20577"/>
          <ac:spMkLst>
            <pc:docMk/>
            <pc:sldMk cId="1507962476" sldId="275"/>
            <ac:spMk id="77" creationId="{8394E7E5-3700-A0C9-6DB0-B8AA4C5E76DF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3:28.487" v="1766"/>
          <ac:spMkLst>
            <pc:docMk/>
            <pc:sldMk cId="1507962476" sldId="275"/>
            <ac:spMk id="78" creationId="{00D8AA74-E6D1-1C75-5502-45E678694623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3:20.815" v="1763"/>
          <ac:spMkLst>
            <pc:docMk/>
            <pc:sldMk cId="1507962476" sldId="275"/>
            <ac:spMk id="79" creationId="{AEB43E2B-AF05-4FFA-A1D0-306028336E94}"/>
          </ac:spMkLst>
        </pc:spChg>
        <pc:spChg chg="mod">
          <ac:chgData name="Suyasha Nepal" userId="S::snepal@infinite.com::8cce4cf1-154d-4750-93eb-ff635245ff5e" providerId="AD" clId="Web-{390B675D-6EE8-0720-884D-344F4BACD696}" dt="2025-12-03T10:45:30.843" v="1776" actId="20577"/>
          <ac:spMkLst>
            <pc:docMk/>
            <pc:sldMk cId="1507962476" sldId="275"/>
            <ac:spMk id="82" creationId="{118134D2-585A-EE10-1F8D-D70DEA5176BF}"/>
          </ac:spMkLst>
        </pc:spChg>
        <pc:spChg chg="mod">
          <ac:chgData name="Suyasha Nepal" userId="S::snepal@infinite.com::8cce4cf1-154d-4750-93eb-ff635245ff5e" providerId="AD" clId="Web-{390B675D-6EE8-0720-884D-344F4BACD696}" dt="2025-12-03T10:44:38.073" v="1774" actId="20577"/>
          <ac:spMkLst>
            <pc:docMk/>
            <pc:sldMk cId="1507962476" sldId="275"/>
            <ac:spMk id="85" creationId="{59CDD052-70B6-573B-4DB2-925452251C79}"/>
          </ac:spMkLst>
        </pc:spChg>
        <pc:spChg chg="mod">
          <ac:chgData name="Suyasha Nepal" userId="S::snepal@infinite.com::8cce4cf1-154d-4750-93eb-ff635245ff5e" providerId="AD" clId="Web-{390B675D-6EE8-0720-884D-344F4BACD696}" dt="2025-12-03T10:44:24.431" v="1773" actId="20577"/>
          <ac:spMkLst>
            <pc:docMk/>
            <pc:sldMk cId="1507962476" sldId="275"/>
            <ac:spMk id="88" creationId="{AAEEBB86-391F-A443-AC80-83055123505C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3:31.332" v="1767"/>
          <ac:spMkLst>
            <pc:docMk/>
            <pc:sldMk cId="1507962476" sldId="275"/>
            <ac:spMk id="89" creationId="{E5D7ECB9-E6BB-A37A-84AE-C69B16FF3001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3:33.691" v="1768"/>
          <ac:spMkLst>
            <pc:docMk/>
            <pc:sldMk cId="1507962476" sldId="275"/>
            <ac:spMk id="90" creationId="{1BD236A2-F36E-8BF4-A21B-1B4A99229708}"/>
          </ac:spMkLst>
        </pc:spChg>
        <pc:spChg chg="mod">
          <ac:chgData name="Suyasha Nepal" userId="S::snepal@infinite.com::8cce4cf1-154d-4750-93eb-ff635245ff5e" providerId="AD" clId="Web-{390B675D-6EE8-0720-884D-344F4BACD696}" dt="2025-12-03T10:45:59.673" v="1779" actId="20577"/>
          <ac:spMkLst>
            <pc:docMk/>
            <pc:sldMk cId="1507962476" sldId="275"/>
            <ac:spMk id="93" creationId="{028C6E17-ADEA-887E-902F-976E7EB4E735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3:42.489" v="1771"/>
          <ac:spMkLst>
            <pc:docMk/>
            <pc:sldMk cId="1507962476" sldId="275"/>
            <ac:spMk id="94" creationId="{FDA171FA-069A-51E2-0A97-A1A9EC433DE0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3:26.268" v="1765"/>
          <ac:spMkLst>
            <pc:docMk/>
            <pc:sldMk cId="1507962476" sldId="275"/>
            <ac:spMk id="95" creationId="{78D58D29-9166-1758-D3A8-68FFF4F20A46}"/>
          </ac:spMkLst>
        </pc:spChg>
        <pc:spChg chg="mod">
          <ac:chgData name="Suyasha Nepal" userId="S::snepal@infinite.com::8cce4cf1-154d-4750-93eb-ff635245ff5e" providerId="AD" clId="Web-{390B675D-6EE8-0720-884D-344F4BACD696}" dt="2025-12-03T10:46:08.783" v="1780" actId="20577"/>
          <ac:spMkLst>
            <pc:docMk/>
            <pc:sldMk cId="1507962476" sldId="275"/>
            <ac:spMk id="98" creationId="{332A63ED-A35A-0001-C96D-55031BC855B8}"/>
          </ac:spMkLst>
        </pc:spChg>
        <pc:spChg chg="mod">
          <ac:chgData name="Suyasha Nepal" userId="S::snepal@infinite.com::8cce4cf1-154d-4750-93eb-ff635245ff5e" providerId="AD" clId="Web-{390B675D-6EE8-0720-884D-344F4BACD696}" dt="2025-12-03T10:47:26.507" v="1793" actId="14100"/>
          <ac:spMkLst>
            <pc:docMk/>
            <pc:sldMk cId="1507962476" sldId="275"/>
            <ac:spMk id="101" creationId="{6C957E7D-DDE1-31CB-5F12-8793888A0434}"/>
          </ac:spMkLst>
        </pc:spChg>
        <pc:spChg chg="mod">
          <ac:chgData name="Suyasha Nepal" userId="S::snepal@infinite.com::8cce4cf1-154d-4750-93eb-ff635245ff5e" providerId="AD" clId="Web-{390B675D-6EE8-0720-884D-344F4BACD696}" dt="2025-12-03T10:45:39.078" v="1777" actId="20577"/>
          <ac:spMkLst>
            <pc:docMk/>
            <pc:sldMk cId="1507962476" sldId="275"/>
            <ac:spMk id="104" creationId="{84B4E411-0093-E8ED-6C3A-EEC94CAAE6FF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3:38.973" v="1770"/>
          <ac:spMkLst>
            <pc:docMk/>
            <pc:sldMk cId="1507962476" sldId="275"/>
            <ac:spMk id="105" creationId="{EA6F9F9F-317F-64FE-6710-B91E34572062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3:36.785" v="1769"/>
          <ac:spMkLst>
            <pc:docMk/>
            <pc:sldMk cId="1507962476" sldId="275"/>
            <ac:spMk id="106" creationId="{9AB6F50F-E832-2C16-C3AD-D27B7377F14F}"/>
          </ac:spMkLst>
        </pc:spChg>
        <pc:spChg chg="add del mod">
          <ac:chgData name="Suyasha Nepal" userId="S::snepal@infinite.com::8cce4cf1-154d-4750-93eb-ff635245ff5e" providerId="AD" clId="Web-{390B675D-6EE8-0720-884D-344F4BACD696}" dt="2025-12-03T10:46:19.394" v="1782"/>
          <ac:spMkLst>
            <pc:docMk/>
            <pc:sldMk cId="1507962476" sldId="275"/>
            <ac:spMk id="107" creationId="{909B5B8A-1D64-5834-856A-A5C35BCFFF97}"/>
          </ac:spMkLst>
        </pc:spChg>
        <pc:grpChg chg="del">
          <ac:chgData name="Suyasha Nepal" userId="S::snepal@infinite.com::8cce4cf1-154d-4750-93eb-ff635245ff5e" providerId="AD" clId="Web-{390B675D-6EE8-0720-884D-344F4BACD696}" dt="2025-12-03T10:15:58.004" v="1328"/>
          <ac:grpSpMkLst>
            <pc:docMk/>
            <pc:sldMk cId="1507962476" sldId="275"/>
            <ac:grpSpMk id="2" creationId="{5F40C296-971D-B62A-F6CB-6A42CDDF9CDC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10:39:25.828" v="1715"/>
          <ac:grpSpMkLst>
            <pc:docMk/>
            <pc:sldMk cId="1507962476" sldId="275"/>
            <ac:grpSpMk id="5" creationId="{34377112-1B45-B7E3-EDE5-972920CBDC42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10:34:46.949" v="1620"/>
          <ac:grpSpMkLst>
            <pc:docMk/>
            <pc:sldMk cId="1507962476" sldId="275"/>
            <ac:grpSpMk id="8" creationId="{C2A599DE-BC93-68BE-D85B-279CD13A358A}"/>
          </ac:grpSpMkLst>
        </pc:grpChg>
        <pc:grpChg chg="mod">
          <ac:chgData name="Suyasha Nepal" userId="S::snepal@infinite.com::8cce4cf1-154d-4750-93eb-ff635245ff5e" providerId="AD" clId="Web-{390B675D-6EE8-0720-884D-344F4BACD696}" dt="2025-12-03T10:41:19.486" v="1744" actId="14100"/>
          <ac:grpSpMkLst>
            <pc:docMk/>
            <pc:sldMk cId="1507962476" sldId="275"/>
            <ac:grpSpMk id="11" creationId="{5B1EC86F-9484-D703-05AB-4AB281D4CC1F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10:39:25.828" v="1714"/>
          <ac:grpSpMkLst>
            <pc:docMk/>
            <pc:sldMk cId="1507962476" sldId="275"/>
            <ac:grpSpMk id="14" creationId="{4A65C865-ADBF-31ED-8511-356AA82C84FE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10:34:46.949" v="1619"/>
          <ac:grpSpMkLst>
            <pc:docMk/>
            <pc:sldMk cId="1507962476" sldId="275"/>
            <ac:grpSpMk id="17" creationId="{590988CE-BB63-5DE2-6469-3364527A2E3A}"/>
          </ac:grpSpMkLst>
        </pc:grpChg>
        <pc:grpChg chg="mod">
          <ac:chgData name="Suyasha Nepal" userId="S::snepal@infinite.com::8cce4cf1-154d-4750-93eb-ff635245ff5e" providerId="AD" clId="Web-{390B675D-6EE8-0720-884D-344F4BACD696}" dt="2025-12-03T10:41:19.549" v="1746" actId="14100"/>
          <ac:grpSpMkLst>
            <pc:docMk/>
            <pc:sldMk cId="1507962476" sldId="275"/>
            <ac:grpSpMk id="23" creationId="{4E4DA9EF-02C2-9C5E-D8CE-D8F55729E900}"/>
          </ac:grpSpMkLst>
        </pc:grpChg>
        <pc:grpChg chg="mod">
          <ac:chgData name="Suyasha Nepal" userId="S::snepal@infinite.com::8cce4cf1-154d-4750-93eb-ff635245ff5e" providerId="AD" clId="Web-{390B675D-6EE8-0720-884D-344F4BACD696}" dt="2025-12-03T10:41:19.580" v="1747" actId="14100"/>
          <ac:grpSpMkLst>
            <pc:docMk/>
            <pc:sldMk cId="1507962476" sldId="275"/>
            <ac:grpSpMk id="27" creationId="{9DFB3AF3-3847-D087-55AB-254EA93149AF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10:34:46.949" v="1618"/>
          <ac:grpSpMkLst>
            <pc:docMk/>
            <pc:sldMk cId="1507962476" sldId="275"/>
            <ac:grpSpMk id="30" creationId="{947D03D4-E61B-7573-CA4D-1F2BA4865D11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10:39:25.828" v="1713"/>
          <ac:grpSpMkLst>
            <pc:docMk/>
            <pc:sldMk cId="1507962476" sldId="275"/>
            <ac:grpSpMk id="33" creationId="{C11CE50E-B401-B02A-5136-4758A5627E60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10:16:41.567" v="1355"/>
          <ac:grpSpMkLst>
            <pc:docMk/>
            <pc:sldMk cId="1507962476" sldId="275"/>
            <ac:grpSpMk id="37" creationId="{B118AF4D-00E7-EE25-EC95-3EE045968E7F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10:34:46.949" v="1617"/>
          <ac:grpSpMkLst>
            <pc:docMk/>
            <pc:sldMk cId="1507962476" sldId="275"/>
            <ac:grpSpMk id="41" creationId="{452D3DA1-DAAC-DBFF-D637-482871A69003}"/>
          </ac:grpSpMkLst>
        </pc:grpChg>
        <pc:grpChg chg="del mod">
          <ac:chgData name="Suyasha Nepal" userId="S::snepal@infinite.com::8cce4cf1-154d-4750-93eb-ff635245ff5e" providerId="AD" clId="Web-{390B675D-6EE8-0720-884D-344F4BACD696}" dt="2025-12-03T10:39:25.828" v="1711"/>
          <ac:grpSpMkLst>
            <pc:docMk/>
            <pc:sldMk cId="1507962476" sldId="275"/>
            <ac:grpSpMk id="44" creationId="{5E140D06-7F8A-7CBC-744E-01F5192F46B1}"/>
          </ac:grpSpMkLst>
        </pc:grpChg>
        <pc:grpChg chg="mod">
          <ac:chgData name="Suyasha Nepal" userId="S::snepal@infinite.com::8cce4cf1-154d-4750-93eb-ff635245ff5e" providerId="AD" clId="Web-{390B675D-6EE8-0720-884D-344F4BACD696}" dt="2025-12-03T10:41:19.611" v="1748" actId="14100"/>
          <ac:grpSpMkLst>
            <pc:docMk/>
            <pc:sldMk cId="1507962476" sldId="275"/>
            <ac:grpSpMk id="49" creationId="{42BE3C27-0006-96AC-F347-69F8B20A5C51}"/>
          </ac:grpSpMkLst>
        </pc:grpChg>
        <pc:grpChg chg="del">
          <ac:chgData name="Suyasha Nepal" userId="S::snepal@infinite.com::8cce4cf1-154d-4750-93eb-ff635245ff5e" providerId="AD" clId="Web-{390B675D-6EE8-0720-884D-344F4BACD696}" dt="2025-12-03T10:11:00.253" v="1198"/>
          <ac:grpSpMkLst>
            <pc:docMk/>
            <pc:sldMk cId="1507962476" sldId="275"/>
            <ac:grpSpMk id="57" creationId="{7856040C-BF56-8EB3-C470-B084EDDED4B2}"/>
          </ac:grpSpMkLst>
        </pc:grpChg>
        <pc:grpChg chg="add del mod">
          <ac:chgData name="Suyasha Nepal" userId="S::snepal@infinite.com::8cce4cf1-154d-4750-93eb-ff635245ff5e" providerId="AD" clId="Web-{390B675D-6EE8-0720-884D-344F4BACD696}" dt="2025-12-03T10:39:51.532" v="1725"/>
          <ac:grpSpMkLst>
            <pc:docMk/>
            <pc:sldMk cId="1507962476" sldId="275"/>
            <ac:grpSpMk id="61" creationId="{76AB6EBC-5E62-D78E-6697-D2F954A055DB}"/>
          </ac:grpSpMkLst>
        </pc:grpChg>
        <pc:grpChg chg="add mod">
          <ac:chgData name="Suyasha Nepal" userId="S::snepal@infinite.com::8cce4cf1-154d-4750-93eb-ff635245ff5e" providerId="AD" clId="Web-{390B675D-6EE8-0720-884D-344F4BACD696}" dt="2025-12-03T10:41:07.736" v="1737" actId="14100"/>
          <ac:grpSpMkLst>
            <pc:docMk/>
            <pc:sldMk cId="1507962476" sldId="275"/>
            <ac:grpSpMk id="75" creationId="{BF0FA90B-F6C6-CE2C-8AD2-F03EF605EB75}"/>
          </ac:grpSpMkLst>
        </pc:grpChg>
        <pc:grpChg chg="add mod">
          <ac:chgData name="Suyasha Nepal" userId="S::snepal@infinite.com::8cce4cf1-154d-4750-93eb-ff635245ff5e" providerId="AD" clId="Web-{390B675D-6EE8-0720-884D-344F4BACD696}" dt="2025-12-03T10:41:07.783" v="1739" actId="14100"/>
          <ac:grpSpMkLst>
            <pc:docMk/>
            <pc:sldMk cId="1507962476" sldId="275"/>
            <ac:grpSpMk id="80" creationId="{91D07AE7-3F39-E2DA-3DEB-8E7167794D95}"/>
          </ac:grpSpMkLst>
        </pc:grpChg>
        <pc:grpChg chg="add mod">
          <ac:chgData name="Suyasha Nepal" userId="S::snepal@infinite.com::8cce4cf1-154d-4750-93eb-ff635245ff5e" providerId="AD" clId="Web-{390B675D-6EE8-0720-884D-344F4BACD696}" dt="2025-12-03T10:41:07.814" v="1740" actId="14100"/>
          <ac:grpSpMkLst>
            <pc:docMk/>
            <pc:sldMk cId="1507962476" sldId="275"/>
            <ac:grpSpMk id="83" creationId="{A7659078-5C92-F909-9D6D-8F839A93A37C}"/>
          </ac:grpSpMkLst>
        </pc:grpChg>
        <pc:grpChg chg="add mod">
          <ac:chgData name="Suyasha Nepal" userId="S::snepal@infinite.com::8cce4cf1-154d-4750-93eb-ff635245ff5e" providerId="AD" clId="Web-{390B675D-6EE8-0720-884D-344F4BACD696}" dt="2025-12-03T10:41:07.845" v="1741" actId="14100"/>
          <ac:grpSpMkLst>
            <pc:docMk/>
            <pc:sldMk cId="1507962476" sldId="275"/>
            <ac:grpSpMk id="86" creationId="{D7CF488D-B853-8855-EB64-0E89B5579651}"/>
          </ac:grpSpMkLst>
        </pc:grpChg>
        <pc:grpChg chg="add mod">
          <ac:chgData name="Suyasha Nepal" userId="S::snepal@infinite.com::8cce4cf1-154d-4750-93eb-ff635245ff5e" providerId="AD" clId="Web-{390B675D-6EE8-0720-884D-344F4BACD696}" dt="2025-12-03T10:39:43.688" v="1716" actId="1076"/>
          <ac:grpSpMkLst>
            <pc:docMk/>
            <pc:sldMk cId="1507962476" sldId="275"/>
            <ac:grpSpMk id="91" creationId="{2E92DF77-E7F0-BEE7-2654-F88CD3B6FF59}"/>
          </ac:grpSpMkLst>
        </pc:grpChg>
        <pc:grpChg chg="add mod">
          <ac:chgData name="Suyasha Nepal" userId="S::snepal@infinite.com::8cce4cf1-154d-4750-93eb-ff635245ff5e" providerId="AD" clId="Web-{390B675D-6EE8-0720-884D-344F4BACD696}" dt="2025-12-03T10:39:43.782" v="1719" actId="1076"/>
          <ac:grpSpMkLst>
            <pc:docMk/>
            <pc:sldMk cId="1507962476" sldId="275"/>
            <ac:grpSpMk id="96" creationId="{FEF55FA7-B0CF-0F11-8FA3-0FF428A17F61}"/>
          </ac:grpSpMkLst>
        </pc:grpChg>
        <pc:grpChg chg="add mod">
          <ac:chgData name="Suyasha Nepal" userId="S::snepal@infinite.com::8cce4cf1-154d-4750-93eb-ff635245ff5e" providerId="AD" clId="Web-{390B675D-6EE8-0720-884D-344F4BACD696}" dt="2025-12-03T10:47:14.631" v="1791" actId="14100"/>
          <ac:grpSpMkLst>
            <pc:docMk/>
            <pc:sldMk cId="1507962476" sldId="275"/>
            <ac:grpSpMk id="99" creationId="{B29B8118-7EAF-A767-F54B-56CCA30062F5}"/>
          </ac:grpSpMkLst>
        </pc:grpChg>
        <pc:grpChg chg="add mod">
          <ac:chgData name="Suyasha Nepal" userId="S::snepal@infinite.com::8cce4cf1-154d-4750-93eb-ff635245ff5e" providerId="AD" clId="Web-{390B675D-6EE8-0720-884D-344F4BACD696}" dt="2025-12-03T10:46:57.693" v="1788" actId="14100"/>
          <ac:grpSpMkLst>
            <pc:docMk/>
            <pc:sldMk cId="1507962476" sldId="275"/>
            <ac:grpSpMk id="102" creationId="{2100E761-9CED-EB40-5C14-10424BFFC5DD}"/>
          </ac:grpSpMkLst>
        </pc:grpChg>
      </pc:sldChg>
    </pc:docChg>
  </pc:docChgLst>
  <pc:docChgLst>
    <pc:chgData name="Suyasha Nepal" userId="S::snepal@infinite.com::8cce4cf1-154d-4750-93eb-ff635245ff5e" providerId="AD" clId="Web-{E61AE0AA-AD86-6876-7060-7BDDC91A7A75}"/>
    <pc:docChg chg="addSld delSld modSld sldOrd">
      <pc:chgData name="Suyasha Nepal" userId="S::snepal@infinite.com::8cce4cf1-154d-4750-93eb-ff635245ff5e" providerId="AD" clId="Web-{E61AE0AA-AD86-6876-7060-7BDDC91A7A75}" dt="2025-12-03T18:04:16.206" v="219"/>
      <pc:docMkLst>
        <pc:docMk/>
      </pc:docMkLst>
      <pc:sldChg chg="del">
        <pc:chgData name="Suyasha Nepal" userId="S::snepal@infinite.com::8cce4cf1-154d-4750-93eb-ff635245ff5e" providerId="AD" clId="Web-{E61AE0AA-AD86-6876-7060-7BDDC91A7A75}" dt="2025-12-03T17:53:04.274" v="192"/>
        <pc:sldMkLst>
          <pc:docMk/>
          <pc:sldMk cId="0" sldId="257"/>
        </pc:sldMkLst>
      </pc:sldChg>
      <pc:sldChg chg="modSp">
        <pc:chgData name="Suyasha Nepal" userId="S::snepal@infinite.com::8cce4cf1-154d-4750-93eb-ff635245ff5e" providerId="AD" clId="Web-{E61AE0AA-AD86-6876-7060-7BDDC91A7A75}" dt="2025-12-03T18:02:14.684" v="207" actId="20577"/>
        <pc:sldMkLst>
          <pc:docMk/>
          <pc:sldMk cId="0" sldId="258"/>
        </pc:sldMkLst>
        <pc:spChg chg="mod">
          <ac:chgData name="Suyasha Nepal" userId="S::snepal@infinite.com::8cce4cf1-154d-4750-93eb-ff635245ff5e" providerId="AD" clId="Web-{E61AE0AA-AD86-6876-7060-7BDDC91A7A75}" dt="2025-12-03T18:02:14.684" v="207" actId="20577"/>
          <ac:spMkLst>
            <pc:docMk/>
            <pc:sldMk cId="0" sldId="258"/>
            <ac:spMk id="19" creationId="{B5A04C87-3535-25A1-061D-FED687D0B740}"/>
          </ac:spMkLst>
        </pc:spChg>
        <pc:picChg chg="mod">
          <ac:chgData name="Suyasha Nepal" userId="S::snepal@infinite.com::8cce4cf1-154d-4750-93eb-ff635245ff5e" providerId="AD" clId="Web-{E61AE0AA-AD86-6876-7060-7BDDC91A7A75}" dt="2025-12-03T17:55:01.870" v="199" actId="1076"/>
          <ac:picMkLst>
            <pc:docMk/>
            <pc:sldMk cId="0" sldId="258"/>
            <ac:picMk id="21" creationId="{5333FE2D-5F07-8D43-DD65-8A5335A7E16D}"/>
          </ac:picMkLst>
        </pc:picChg>
      </pc:sldChg>
      <pc:sldChg chg="del">
        <pc:chgData name="Suyasha Nepal" userId="S::snepal@infinite.com::8cce4cf1-154d-4750-93eb-ff635245ff5e" providerId="AD" clId="Web-{E61AE0AA-AD86-6876-7060-7BDDC91A7A75}" dt="2025-12-03T17:53:09.368" v="194"/>
        <pc:sldMkLst>
          <pc:docMk/>
          <pc:sldMk cId="0" sldId="260"/>
        </pc:sldMkLst>
      </pc:sldChg>
      <pc:sldChg chg="del">
        <pc:chgData name="Suyasha Nepal" userId="S::snepal@infinite.com::8cce4cf1-154d-4750-93eb-ff635245ff5e" providerId="AD" clId="Web-{E61AE0AA-AD86-6876-7060-7BDDC91A7A75}" dt="2025-12-03T17:53:06.618" v="193"/>
        <pc:sldMkLst>
          <pc:docMk/>
          <pc:sldMk cId="0" sldId="261"/>
        </pc:sldMkLst>
      </pc:sldChg>
      <pc:sldChg chg="del">
        <pc:chgData name="Suyasha Nepal" userId="S::snepal@infinite.com::8cce4cf1-154d-4750-93eb-ff635245ff5e" providerId="AD" clId="Web-{E61AE0AA-AD86-6876-7060-7BDDC91A7A75}" dt="2025-12-03T17:53:01.415" v="191"/>
        <pc:sldMkLst>
          <pc:docMk/>
          <pc:sldMk cId="0" sldId="262"/>
        </pc:sldMkLst>
      </pc:sldChg>
      <pc:sldChg chg="del">
        <pc:chgData name="Suyasha Nepal" userId="S::snepal@infinite.com::8cce4cf1-154d-4750-93eb-ff635245ff5e" providerId="AD" clId="Web-{E61AE0AA-AD86-6876-7060-7BDDC91A7A75}" dt="2025-12-03T17:52:58.134" v="190"/>
        <pc:sldMkLst>
          <pc:docMk/>
          <pc:sldMk cId="0" sldId="264"/>
        </pc:sldMkLst>
      </pc:sldChg>
      <pc:sldChg chg="delSp modSp ord">
        <pc:chgData name="Suyasha Nepal" userId="S::snepal@infinite.com::8cce4cf1-154d-4750-93eb-ff635245ff5e" providerId="AD" clId="Web-{E61AE0AA-AD86-6876-7060-7BDDC91A7A75}" dt="2025-12-03T16:51:55.096" v="163" actId="1076"/>
        <pc:sldMkLst>
          <pc:docMk/>
          <pc:sldMk cId="0" sldId="266"/>
        </pc:sldMkLst>
        <pc:spChg chg="mod">
          <ac:chgData name="Suyasha Nepal" userId="S::snepal@infinite.com::8cce4cf1-154d-4750-93eb-ff635245ff5e" providerId="AD" clId="Web-{E61AE0AA-AD86-6876-7060-7BDDC91A7A75}" dt="2025-12-03T16:51:55.096" v="163" actId="1076"/>
          <ac:spMkLst>
            <pc:docMk/>
            <pc:sldMk cId="0" sldId="266"/>
            <ac:spMk id="12" creationId="{00000000-0000-0000-0000-000000000000}"/>
          </ac:spMkLst>
        </pc:spChg>
        <pc:spChg chg="del topLvl">
          <ac:chgData name="Suyasha Nepal" userId="S::snepal@infinite.com::8cce4cf1-154d-4750-93eb-ff635245ff5e" providerId="AD" clId="Web-{E61AE0AA-AD86-6876-7060-7BDDC91A7A75}" dt="2025-12-03T16:50:00.486" v="148"/>
          <ac:spMkLst>
            <pc:docMk/>
            <pc:sldMk cId="0" sldId="266"/>
            <ac:spMk id="18" creationId="{00000000-0000-0000-0000-000000000000}"/>
          </ac:spMkLst>
        </pc:spChg>
        <pc:spChg chg="del topLvl">
          <ac:chgData name="Suyasha Nepal" userId="S::snepal@infinite.com::8cce4cf1-154d-4750-93eb-ff635245ff5e" providerId="AD" clId="Web-{E61AE0AA-AD86-6876-7060-7BDDC91A7A75}" dt="2025-12-03T16:49:57.908" v="147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Suyasha Nepal" userId="S::snepal@infinite.com::8cce4cf1-154d-4750-93eb-ff635245ff5e" providerId="AD" clId="Web-{E61AE0AA-AD86-6876-7060-7BDDC91A7A75}" dt="2025-12-03T16:50:16.846" v="153" actId="1076"/>
          <ac:spMkLst>
            <pc:docMk/>
            <pc:sldMk cId="0" sldId="266"/>
            <ac:spMk id="22" creationId="{00000000-0000-0000-0000-000000000000}"/>
          </ac:spMkLst>
        </pc:spChg>
        <pc:spChg chg="del mod topLvl">
          <ac:chgData name="Suyasha Nepal" userId="S::snepal@infinite.com::8cce4cf1-154d-4750-93eb-ff635245ff5e" providerId="AD" clId="Web-{E61AE0AA-AD86-6876-7060-7BDDC91A7A75}" dt="2025-12-03T16:50:11.049" v="152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Suyasha Nepal" userId="S::snepal@infinite.com::8cce4cf1-154d-4750-93eb-ff635245ff5e" providerId="AD" clId="Web-{E61AE0AA-AD86-6876-7060-7BDDC91A7A75}" dt="2025-12-03T16:49:51.189" v="145"/>
          <ac:grpSpMkLst>
            <pc:docMk/>
            <pc:sldMk cId="0" sldId="266"/>
            <ac:grpSpMk id="2" creationId="{00000000-0000-0000-0000-000000000000}"/>
          </ac:grpSpMkLst>
        </pc:grpChg>
        <pc:grpChg chg="del">
          <ac:chgData name="Suyasha Nepal" userId="S::snepal@infinite.com::8cce4cf1-154d-4750-93eb-ff635245ff5e" providerId="AD" clId="Web-{E61AE0AA-AD86-6876-7060-7BDDC91A7A75}" dt="2025-12-03T16:49:54.580" v="146"/>
          <ac:grpSpMkLst>
            <pc:docMk/>
            <pc:sldMk cId="0" sldId="266"/>
            <ac:grpSpMk id="5" creationId="{00000000-0000-0000-0000-000000000000}"/>
          </ac:grpSpMkLst>
        </pc:grpChg>
        <pc:grpChg chg="del">
          <ac:chgData name="Suyasha Nepal" userId="S::snepal@infinite.com::8cce4cf1-154d-4750-93eb-ff635245ff5e" providerId="AD" clId="Web-{E61AE0AA-AD86-6876-7060-7BDDC91A7A75}" dt="2025-12-03T16:50:02.767" v="149"/>
          <ac:grpSpMkLst>
            <pc:docMk/>
            <pc:sldMk cId="0" sldId="266"/>
            <ac:grpSpMk id="13" creationId="{00000000-0000-0000-0000-000000000000}"/>
          </ac:grpSpMkLst>
        </pc:grpChg>
        <pc:grpChg chg="del">
          <ac:chgData name="Suyasha Nepal" userId="S::snepal@infinite.com::8cce4cf1-154d-4750-93eb-ff635245ff5e" providerId="AD" clId="Web-{E61AE0AA-AD86-6876-7060-7BDDC91A7A75}" dt="2025-12-03T16:49:57.908" v="147"/>
          <ac:grpSpMkLst>
            <pc:docMk/>
            <pc:sldMk cId="0" sldId="266"/>
            <ac:grpSpMk id="17" creationId="{00000000-0000-0000-0000-000000000000}"/>
          </ac:grpSpMkLst>
        </pc:grpChg>
        <pc:grpChg chg="del">
          <ac:chgData name="Suyasha Nepal" userId="S::snepal@infinite.com::8cce4cf1-154d-4750-93eb-ff635245ff5e" providerId="AD" clId="Web-{E61AE0AA-AD86-6876-7060-7BDDC91A7A75}" dt="2025-12-03T16:50:11.049" v="152"/>
          <ac:grpSpMkLst>
            <pc:docMk/>
            <pc:sldMk cId="0" sldId="266"/>
            <ac:grpSpMk id="21" creationId="{00000000-0000-0000-0000-000000000000}"/>
          </ac:grpSpMkLst>
        </pc:grpChg>
      </pc:sldChg>
      <pc:sldChg chg="del">
        <pc:chgData name="Suyasha Nepal" userId="S::snepal@infinite.com::8cce4cf1-154d-4750-93eb-ff635245ff5e" providerId="AD" clId="Web-{E61AE0AA-AD86-6876-7060-7BDDC91A7A75}" dt="2025-12-03T17:52:54.946" v="189"/>
        <pc:sldMkLst>
          <pc:docMk/>
          <pc:sldMk cId="0" sldId="267"/>
        </pc:sldMkLst>
      </pc:sldChg>
      <pc:sldChg chg="del">
        <pc:chgData name="Suyasha Nepal" userId="S::snepal@infinite.com::8cce4cf1-154d-4750-93eb-ff635245ff5e" providerId="AD" clId="Web-{E61AE0AA-AD86-6876-7060-7BDDC91A7A75}" dt="2025-12-03T17:53:11.681" v="195"/>
        <pc:sldMkLst>
          <pc:docMk/>
          <pc:sldMk cId="0" sldId="268"/>
        </pc:sldMkLst>
      </pc:sldChg>
      <pc:sldChg chg="del">
        <pc:chgData name="Suyasha Nepal" userId="S::snepal@infinite.com::8cce4cf1-154d-4750-93eb-ff635245ff5e" providerId="AD" clId="Web-{E61AE0AA-AD86-6876-7060-7BDDC91A7A75}" dt="2025-12-03T17:52:52.743" v="188"/>
        <pc:sldMkLst>
          <pc:docMk/>
          <pc:sldMk cId="0" sldId="269"/>
        </pc:sldMkLst>
      </pc:sldChg>
      <pc:sldChg chg="del">
        <pc:chgData name="Suyasha Nepal" userId="S::snepal@infinite.com::8cce4cf1-154d-4750-93eb-ff635245ff5e" providerId="AD" clId="Web-{E61AE0AA-AD86-6876-7060-7BDDC91A7A75}" dt="2025-12-03T17:52:49.868" v="187"/>
        <pc:sldMkLst>
          <pc:docMk/>
          <pc:sldMk cId="0" sldId="270"/>
        </pc:sldMkLst>
      </pc:sldChg>
      <pc:sldChg chg="addSp delSp">
        <pc:chgData name="Suyasha Nepal" userId="S::snepal@infinite.com::8cce4cf1-154d-4750-93eb-ff635245ff5e" providerId="AD" clId="Web-{E61AE0AA-AD86-6876-7060-7BDDC91A7A75}" dt="2025-12-03T18:04:16.206" v="219"/>
        <pc:sldMkLst>
          <pc:docMk/>
          <pc:sldMk cId="0" sldId="271"/>
        </pc:sldMkLst>
        <pc:inkChg chg="add">
          <ac:chgData name="Suyasha Nepal" userId="S::snepal@infinite.com::8cce4cf1-154d-4750-93eb-ff635245ff5e" providerId="AD" clId="Web-{E61AE0AA-AD86-6876-7060-7BDDC91A7A75}" dt="2025-12-03T18:03:24.422" v="208"/>
          <ac:inkMkLst>
            <pc:docMk/>
            <pc:sldMk cId="0" sldId="271"/>
            <ac:inkMk id="10" creationId="{0D3A3518-4E4A-4C4A-5BBF-CE5572513113}"/>
          </ac:inkMkLst>
        </pc:inkChg>
        <pc:inkChg chg="add">
          <ac:chgData name="Suyasha Nepal" userId="S::snepal@infinite.com::8cce4cf1-154d-4750-93eb-ff635245ff5e" providerId="AD" clId="Web-{E61AE0AA-AD86-6876-7060-7BDDC91A7A75}" dt="2025-12-03T18:03:34.298" v="209"/>
          <ac:inkMkLst>
            <pc:docMk/>
            <pc:sldMk cId="0" sldId="271"/>
            <ac:inkMk id="17" creationId="{5B4E7249-4356-06EF-3617-35AED8F300C0}"/>
          </ac:inkMkLst>
        </pc:inkChg>
        <pc:inkChg chg="add">
          <ac:chgData name="Suyasha Nepal" userId="S::snepal@infinite.com::8cce4cf1-154d-4750-93eb-ff635245ff5e" providerId="AD" clId="Web-{E61AE0AA-AD86-6876-7060-7BDDC91A7A75}" dt="2025-12-03T18:03:38.017" v="210"/>
          <ac:inkMkLst>
            <pc:docMk/>
            <pc:sldMk cId="0" sldId="271"/>
            <ac:inkMk id="21" creationId="{713B4208-6454-A2EF-8A15-ACC940FC09ED}"/>
          </ac:inkMkLst>
        </pc:inkChg>
        <pc:inkChg chg="add">
          <ac:chgData name="Suyasha Nepal" userId="S::snepal@infinite.com::8cce4cf1-154d-4750-93eb-ff635245ff5e" providerId="AD" clId="Web-{E61AE0AA-AD86-6876-7060-7BDDC91A7A75}" dt="2025-12-03T18:03:43.158" v="211"/>
          <ac:inkMkLst>
            <pc:docMk/>
            <pc:sldMk cId="0" sldId="271"/>
            <ac:inkMk id="25" creationId="{30131731-1973-28D4-0411-DA413749A41F}"/>
          </ac:inkMkLst>
        </pc:inkChg>
        <pc:inkChg chg="add">
          <ac:chgData name="Suyasha Nepal" userId="S::snepal@infinite.com::8cce4cf1-154d-4750-93eb-ff635245ff5e" providerId="AD" clId="Web-{E61AE0AA-AD86-6876-7060-7BDDC91A7A75}" dt="2025-12-03T18:03:46.924" v="212"/>
          <ac:inkMkLst>
            <pc:docMk/>
            <pc:sldMk cId="0" sldId="271"/>
            <ac:inkMk id="26" creationId="{01CBE355-2F11-4170-DDA8-6C4CE5C4E213}"/>
          </ac:inkMkLst>
        </pc:inkChg>
        <pc:inkChg chg="add">
          <ac:chgData name="Suyasha Nepal" userId="S::snepal@infinite.com::8cce4cf1-154d-4750-93eb-ff635245ff5e" providerId="AD" clId="Web-{E61AE0AA-AD86-6876-7060-7BDDC91A7A75}" dt="2025-12-03T18:03:49.955" v="213"/>
          <ac:inkMkLst>
            <pc:docMk/>
            <pc:sldMk cId="0" sldId="271"/>
            <ac:inkMk id="27" creationId="{00E724CB-4050-1B33-EB0C-147D889863C3}"/>
          </ac:inkMkLst>
        </pc:inkChg>
        <pc:inkChg chg="add del">
          <ac:chgData name="Suyasha Nepal" userId="S::snepal@infinite.com::8cce4cf1-154d-4750-93eb-ff635245ff5e" providerId="AD" clId="Web-{E61AE0AA-AD86-6876-7060-7BDDC91A7A75}" dt="2025-12-03T18:03:55.924" v="215"/>
          <ac:inkMkLst>
            <pc:docMk/>
            <pc:sldMk cId="0" sldId="271"/>
            <ac:inkMk id="28" creationId="{9109E9B4-121D-E1AF-17FB-416892B4FA9C}"/>
          </ac:inkMkLst>
        </pc:inkChg>
        <pc:inkChg chg="add">
          <ac:chgData name="Suyasha Nepal" userId="S::snepal@infinite.com::8cce4cf1-154d-4750-93eb-ff635245ff5e" providerId="AD" clId="Web-{E61AE0AA-AD86-6876-7060-7BDDC91A7A75}" dt="2025-12-03T18:03:59.471" v="216"/>
          <ac:inkMkLst>
            <pc:docMk/>
            <pc:sldMk cId="0" sldId="271"/>
            <ac:inkMk id="29" creationId="{540641FF-A52E-0CEE-986F-089E7CD1B9CC}"/>
          </ac:inkMkLst>
        </pc:inkChg>
        <pc:inkChg chg="add del">
          <ac:chgData name="Suyasha Nepal" userId="S::snepal@infinite.com::8cce4cf1-154d-4750-93eb-ff635245ff5e" providerId="AD" clId="Web-{E61AE0AA-AD86-6876-7060-7BDDC91A7A75}" dt="2025-12-03T18:04:05.299" v="218"/>
          <ac:inkMkLst>
            <pc:docMk/>
            <pc:sldMk cId="0" sldId="271"/>
            <ac:inkMk id="30" creationId="{688A21F0-A12E-823E-496D-4E62B3F184EE}"/>
          </ac:inkMkLst>
        </pc:inkChg>
        <pc:inkChg chg="add">
          <ac:chgData name="Suyasha Nepal" userId="S::snepal@infinite.com::8cce4cf1-154d-4750-93eb-ff635245ff5e" providerId="AD" clId="Web-{E61AE0AA-AD86-6876-7060-7BDDC91A7A75}" dt="2025-12-03T18:04:16.206" v="219"/>
          <ac:inkMkLst>
            <pc:docMk/>
            <pc:sldMk cId="0" sldId="271"/>
            <ac:inkMk id="31" creationId="{7A6357F0-1807-0CD8-E05B-CB0643A3ACA5}"/>
          </ac:inkMkLst>
        </pc:inkChg>
      </pc:sldChg>
      <pc:sldChg chg="addSp delSp modSp ord">
        <pc:chgData name="Suyasha Nepal" userId="S::snepal@infinite.com::8cce4cf1-154d-4750-93eb-ff635245ff5e" providerId="AD" clId="Web-{E61AE0AA-AD86-6876-7060-7BDDC91A7A75}" dt="2025-12-03T17:54:02.338" v="197" actId="1076"/>
        <pc:sldMkLst>
          <pc:docMk/>
          <pc:sldMk cId="0" sldId="272"/>
        </pc:sldMkLst>
        <pc:spChg chg="mod topLvl">
          <ac:chgData name="Suyasha Nepal" userId="S::snepal@infinite.com::8cce4cf1-154d-4750-93eb-ff635245ff5e" providerId="AD" clId="Web-{E61AE0AA-AD86-6876-7060-7BDDC91A7A75}" dt="2025-12-03T17:51:41.398" v="169" actId="20577"/>
          <ac:spMkLst>
            <pc:docMk/>
            <pc:sldMk cId="0" sldId="272"/>
            <ac:spMk id="3" creationId="{00000000-0000-0000-0000-000000000000}"/>
          </ac:spMkLst>
        </pc:spChg>
        <pc:spChg chg="del topLvl">
          <ac:chgData name="Suyasha Nepal" userId="S::snepal@infinite.com::8cce4cf1-154d-4750-93eb-ff635245ff5e" providerId="AD" clId="Web-{E61AE0AA-AD86-6876-7060-7BDDC91A7A75}" dt="2025-12-03T16:51:02.783" v="162"/>
          <ac:spMkLst>
            <pc:docMk/>
            <pc:sldMk cId="0" sldId="272"/>
            <ac:spMk id="4" creationId="{00000000-0000-0000-0000-000000000000}"/>
          </ac:spMkLst>
        </pc:spChg>
        <pc:spChg chg="del">
          <ac:chgData name="Suyasha Nepal" userId="S::snepal@infinite.com::8cce4cf1-154d-4750-93eb-ff635245ff5e" providerId="AD" clId="Web-{E61AE0AA-AD86-6876-7060-7BDDC91A7A75}" dt="2025-12-03T17:51:44.757" v="177"/>
          <ac:spMkLst>
            <pc:docMk/>
            <pc:sldMk cId="0" sldId="272"/>
            <ac:spMk id="5" creationId="{00000000-0000-0000-0000-000000000000}"/>
          </ac:spMkLst>
        </pc:spChg>
        <pc:spChg chg="del">
          <ac:chgData name="Suyasha Nepal" userId="S::snepal@infinite.com::8cce4cf1-154d-4750-93eb-ff635245ff5e" providerId="AD" clId="Web-{E61AE0AA-AD86-6876-7060-7BDDC91A7A75}" dt="2025-12-03T17:51:44.757" v="176"/>
          <ac:spMkLst>
            <pc:docMk/>
            <pc:sldMk cId="0" sldId="272"/>
            <ac:spMk id="6" creationId="{00000000-0000-0000-0000-000000000000}"/>
          </ac:spMkLst>
        </pc:spChg>
        <pc:spChg chg="del">
          <ac:chgData name="Suyasha Nepal" userId="S::snepal@infinite.com::8cce4cf1-154d-4750-93eb-ff635245ff5e" providerId="AD" clId="Web-{E61AE0AA-AD86-6876-7060-7BDDC91A7A75}" dt="2025-12-03T17:51:44.757" v="175"/>
          <ac:spMkLst>
            <pc:docMk/>
            <pc:sldMk cId="0" sldId="272"/>
            <ac:spMk id="7" creationId="{00000000-0000-0000-0000-000000000000}"/>
          </ac:spMkLst>
        </pc:spChg>
        <pc:spChg chg="del">
          <ac:chgData name="Suyasha Nepal" userId="S::snepal@infinite.com::8cce4cf1-154d-4750-93eb-ff635245ff5e" providerId="AD" clId="Web-{E61AE0AA-AD86-6876-7060-7BDDC91A7A75}" dt="2025-12-03T17:51:44.757" v="174"/>
          <ac:spMkLst>
            <pc:docMk/>
            <pc:sldMk cId="0" sldId="272"/>
            <ac:spMk id="8" creationId="{00000000-0000-0000-0000-000000000000}"/>
          </ac:spMkLst>
        </pc:spChg>
        <pc:spChg chg="del">
          <ac:chgData name="Suyasha Nepal" userId="S::snepal@infinite.com::8cce4cf1-154d-4750-93eb-ff635245ff5e" providerId="AD" clId="Web-{E61AE0AA-AD86-6876-7060-7BDDC91A7A75}" dt="2025-12-03T17:51:44.757" v="173"/>
          <ac:spMkLst>
            <pc:docMk/>
            <pc:sldMk cId="0" sldId="272"/>
            <ac:spMk id="9" creationId="{00000000-0000-0000-0000-000000000000}"/>
          </ac:spMkLst>
        </pc:spChg>
        <pc:spChg chg="del">
          <ac:chgData name="Suyasha Nepal" userId="S::snepal@infinite.com::8cce4cf1-154d-4750-93eb-ff635245ff5e" providerId="AD" clId="Web-{E61AE0AA-AD86-6876-7060-7BDDC91A7A75}" dt="2025-12-03T17:51:44.757" v="172"/>
          <ac:spMkLst>
            <pc:docMk/>
            <pc:sldMk cId="0" sldId="272"/>
            <ac:spMk id="10" creationId="{00000000-0000-0000-0000-000000000000}"/>
          </ac:spMkLst>
        </pc:spChg>
        <pc:spChg chg="del">
          <ac:chgData name="Suyasha Nepal" userId="S::snepal@infinite.com::8cce4cf1-154d-4750-93eb-ff635245ff5e" providerId="AD" clId="Web-{E61AE0AA-AD86-6876-7060-7BDDC91A7A75}" dt="2025-12-03T17:51:44.757" v="171"/>
          <ac:spMkLst>
            <pc:docMk/>
            <pc:sldMk cId="0" sldId="272"/>
            <ac:spMk id="11" creationId="{00000000-0000-0000-0000-000000000000}"/>
          </ac:spMkLst>
        </pc:spChg>
        <pc:spChg chg="del">
          <ac:chgData name="Suyasha Nepal" userId="S::snepal@infinite.com::8cce4cf1-154d-4750-93eb-ff635245ff5e" providerId="AD" clId="Web-{E61AE0AA-AD86-6876-7060-7BDDC91A7A75}" dt="2025-12-03T17:51:44.757" v="170"/>
          <ac:spMkLst>
            <pc:docMk/>
            <pc:sldMk cId="0" sldId="272"/>
            <ac:spMk id="12" creationId="{00000000-0000-0000-0000-000000000000}"/>
          </ac:spMkLst>
        </pc:spChg>
        <pc:spChg chg="add mod">
          <ac:chgData name="Suyasha Nepal" userId="S::snepal@infinite.com::8cce4cf1-154d-4750-93eb-ff635245ff5e" providerId="AD" clId="Web-{E61AE0AA-AD86-6876-7060-7BDDC91A7A75}" dt="2025-12-03T17:54:02.338" v="197" actId="1076"/>
          <ac:spMkLst>
            <pc:docMk/>
            <pc:sldMk cId="0" sldId="272"/>
            <ac:spMk id="13" creationId="{D9E8D9EA-7E45-F01E-5190-06110FD86E0A}"/>
          </ac:spMkLst>
        </pc:spChg>
        <pc:grpChg chg="del">
          <ac:chgData name="Suyasha Nepal" userId="S::snepal@infinite.com::8cce4cf1-154d-4750-93eb-ff635245ff5e" providerId="AD" clId="Web-{E61AE0AA-AD86-6876-7060-7BDDC91A7A75}" dt="2025-12-03T16:51:02.783" v="162"/>
          <ac:grpSpMkLst>
            <pc:docMk/>
            <pc:sldMk cId="0" sldId="272"/>
            <ac:grpSpMk id="2" creationId="{00000000-0000-0000-0000-000000000000}"/>
          </ac:grpSpMkLst>
        </pc:grpChg>
        <pc:picChg chg="add mod">
          <ac:chgData name="Suyasha Nepal" userId="S::snepal@infinite.com::8cce4cf1-154d-4750-93eb-ff635245ff5e" providerId="AD" clId="Web-{E61AE0AA-AD86-6876-7060-7BDDC91A7A75}" dt="2025-12-03T17:52:19.273" v="183" actId="1076"/>
          <ac:picMkLst>
            <pc:docMk/>
            <pc:sldMk cId="0" sldId="272"/>
            <ac:picMk id="2" creationId="{89216F89-979F-7F9F-01A3-F9E24445480D}"/>
          </ac:picMkLst>
        </pc:picChg>
      </pc:sldChg>
      <pc:sldChg chg="modSp">
        <pc:chgData name="Suyasha Nepal" userId="S::snepal@infinite.com::8cce4cf1-154d-4750-93eb-ff635245ff5e" providerId="AD" clId="Web-{E61AE0AA-AD86-6876-7060-7BDDC91A7A75}" dt="2025-12-03T16:31:36.130" v="30" actId="20577"/>
        <pc:sldMkLst>
          <pc:docMk/>
          <pc:sldMk cId="1507962476" sldId="275"/>
        </pc:sldMkLst>
        <pc:spChg chg="mod">
          <ac:chgData name="Suyasha Nepal" userId="S::snepal@infinite.com::8cce4cf1-154d-4750-93eb-ff635245ff5e" providerId="AD" clId="Web-{E61AE0AA-AD86-6876-7060-7BDDC91A7A75}" dt="2025-12-03T16:31:36.130" v="30" actId="20577"/>
          <ac:spMkLst>
            <pc:docMk/>
            <pc:sldMk cId="1507962476" sldId="275"/>
            <ac:spMk id="45" creationId="{9D2E24F7-133D-8D77-D88C-3C3986A683CA}"/>
          </ac:spMkLst>
        </pc:spChg>
      </pc:sldChg>
      <pc:sldChg chg="delSp modSp">
        <pc:chgData name="Suyasha Nepal" userId="S::snepal@infinite.com::8cce4cf1-154d-4750-93eb-ff635245ff5e" providerId="AD" clId="Web-{E61AE0AA-AD86-6876-7060-7BDDC91A7A75}" dt="2025-12-03T16:35:03.271" v="114" actId="1076"/>
        <pc:sldMkLst>
          <pc:docMk/>
          <pc:sldMk cId="3878705739" sldId="281"/>
        </pc:sldMkLst>
        <pc:spChg chg="mod">
          <ac:chgData name="Suyasha Nepal" userId="S::snepal@infinite.com::8cce4cf1-154d-4750-93eb-ff635245ff5e" providerId="AD" clId="Web-{E61AE0AA-AD86-6876-7060-7BDDC91A7A75}" dt="2025-12-03T16:34:43.693" v="108" actId="1076"/>
          <ac:spMkLst>
            <pc:docMk/>
            <pc:sldMk cId="3878705739" sldId="281"/>
            <ac:spMk id="3" creationId="{35145ED6-563D-8662-9B5E-4AAD99ABF80A}"/>
          </ac:spMkLst>
        </pc:spChg>
        <pc:spChg chg="mod">
          <ac:chgData name="Suyasha Nepal" userId="S::snepal@infinite.com::8cce4cf1-154d-4750-93eb-ff635245ff5e" providerId="AD" clId="Web-{E61AE0AA-AD86-6876-7060-7BDDC91A7A75}" dt="2025-12-03T16:32:17.083" v="61" actId="20577"/>
          <ac:spMkLst>
            <pc:docMk/>
            <pc:sldMk cId="3878705739" sldId="281"/>
            <ac:spMk id="30" creationId="{765C2A65-F1E5-6521-211A-F96D2324E597}"/>
          </ac:spMkLst>
        </pc:spChg>
        <pc:spChg chg="mod">
          <ac:chgData name="Suyasha Nepal" userId="S::snepal@infinite.com::8cce4cf1-154d-4750-93eb-ff635245ff5e" providerId="AD" clId="Web-{E61AE0AA-AD86-6876-7060-7BDDC91A7A75}" dt="2025-12-03T16:32:33.911" v="81" actId="20577"/>
          <ac:spMkLst>
            <pc:docMk/>
            <pc:sldMk cId="3878705739" sldId="281"/>
            <ac:spMk id="33" creationId="{6EAB0A2D-0DCD-E4B4-F548-8128AB3BEE8E}"/>
          </ac:spMkLst>
        </pc:spChg>
        <pc:spChg chg="mod">
          <ac:chgData name="Suyasha Nepal" userId="S::snepal@infinite.com::8cce4cf1-154d-4750-93eb-ff635245ff5e" providerId="AD" clId="Web-{E61AE0AA-AD86-6876-7060-7BDDC91A7A75}" dt="2025-12-03T16:31:11.661" v="18" actId="20577"/>
          <ac:spMkLst>
            <pc:docMk/>
            <pc:sldMk cId="3878705739" sldId="281"/>
            <ac:spMk id="42" creationId="{85A533C0-7F99-E8DA-AC0E-D16D886CF157}"/>
          </ac:spMkLst>
        </pc:spChg>
        <pc:spChg chg="mod">
          <ac:chgData name="Suyasha Nepal" userId="S::snepal@infinite.com::8cce4cf1-154d-4750-93eb-ff635245ff5e" providerId="AD" clId="Web-{E61AE0AA-AD86-6876-7060-7BDDC91A7A75}" dt="2025-12-03T16:31:29.817" v="29" actId="20577"/>
          <ac:spMkLst>
            <pc:docMk/>
            <pc:sldMk cId="3878705739" sldId="281"/>
            <ac:spMk id="45" creationId="{8E211BDA-8E81-E61B-2BF2-99C8FC250BF0}"/>
          </ac:spMkLst>
        </pc:spChg>
        <pc:spChg chg="mod">
          <ac:chgData name="Suyasha Nepal" userId="S::snepal@infinite.com::8cce4cf1-154d-4750-93eb-ff635245ff5e" providerId="AD" clId="Web-{E61AE0AA-AD86-6876-7060-7BDDC91A7A75}" dt="2025-12-03T16:32:03.880" v="39" actId="20577"/>
          <ac:spMkLst>
            <pc:docMk/>
            <pc:sldMk cId="3878705739" sldId="281"/>
            <ac:spMk id="48" creationId="{758EC617-8634-E10D-506E-72CA14BA5F81}"/>
          </ac:spMkLst>
        </pc:spChg>
        <pc:grpChg chg="del">
          <ac:chgData name="Suyasha Nepal" userId="S::snepal@infinite.com::8cce4cf1-154d-4750-93eb-ff635245ff5e" providerId="AD" clId="Web-{E61AE0AA-AD86-6876-7060-7BDDC91A7A75}" dt="2025-12-03T16:32:48.130" v="87"/>
          <ac:grpSpMkLst>
            <pc:docMk/>
            <pc:sldMk cId="3878705739" sldId="281"/>
            <ac:grpSpMk id="4" creationId="{9B81903C-1F35-8C7F-8CDE-738F46A515B0}"/>
          </ac:grpSpMkLst>
        </pc:grpChg>
        <pc:grpChg chg="del">
          <ac:chgData name="Suyasha Nepal" userId="S::snepal@infinite.com::8cce4cf1-154d-4750-93eb-ff635245ff5e" providerId="AD" clId="Web-{E61AE0AA-AD86-6876-7060-7BDDC91A7A75}" dt="2025-12-03T16:32:48.130" v="86"/>
          <ac:grpSpMkLst>
            <pc:docMk/>
            <pc:sldMk cId="3878705739" sldId="281"/>
            <ac:grpSpMk id="10" creationId="{DEC19666-D000-2043-93FD-8BC8F7605678}"/>
          </ac:grpSpMkLst>
        </pc:grpChg>
        <pc:grpChg chg="del">
          <ac:chgData name="Suyasha Nepal" userId="S::snepal@infinite.com::8cce4cf1-154d-4750-93eb-ff635245ff5e" providerId="AD" clId="Web-{E61AE0AA-AD86-6876-7060-7BDDC91A7A75}" dt="2025-12-03T16:32:48.130" v="85"/>
          <ac:grpSpMkLst>
            <pc:docMk/>
            <pc:sldMk cId="3878705739" sldId="281"/>
            <ac:grpSpMk id="16" creationId="{EB4124D1-CE04-3413-7E40-0B000B9BF5E1}"/>
          </ac:grpSpMkLst>
        </pc:grpChg>
        <pc:grpChg chg="del">
          <ac:chgData name="Suyasha Nepal" userId="S::snepal@infinite.com::8cce4cf1-154d-4750-93eb-ff635245ff5e" providerId="AD" clId="Web-{E61AE0AA-AD86-6876-7060-7BDDC91A7A75}" dt="2025-12-03T16:32:44.396" v="84"/>
          <ac:grpSpMkLst>
            <pc:docMk/>
            <pc:sldMk cId="3878705739" sldId="281"/>
            <ac:grpSpMk id="19" creationId="{887C01F5-385B-D4F9-02F3-2C5DE42E9D4D}"/>
          </ac:grpSpMkLst>
        </pc:grpChg>
        <pc:grpChg chg="mod">
          <ac:chgData name="Suyasha Nepal" userId="S::snepal@infinite.com::8cce4cf1-154d-4750-93eb-ff635245ff5e" providerId="AD" clId="Web-{E61AE0AA-AD86-6876-7060-7BDDC91A7A75}" dt="2025-12-03T16:34:12.458" v="104" actId="1076"/>
          <ac:grpSpMkLst>
            <pc:docMk/>
            <pc:sldMk cId="3878705739" sldId="281"/>
            <ac:grpSpMk id="22" creationId="{82EACF73-CA4E-9302-FA77-B90FD78123A5}"/>
          </ac:grpSpMkLst>
        </pc:grpChg>
        <pc:grpChg chg="mod">
          <ac:chgData name="Suyasha Nepal" userId="S::snepal@infinite.com::8cce4cf1-154d-4750-93eb-ff635245ff5e" providerId="AD" clId="Web-{E61AE0AA-AD86-6876-7060-7BDDC91A7A75}" dt="2025-12-03T16:34:54.724" v="112" actId="1076"/>
          <ac:grpSpMkLst>
            <pc:docMk/>
            <pc:sldMk cId="3878705739" sldId="281"/>
            <ac:grpSpMk id="31" creationId="{81FA6165-B599-6D7C-5D10-5B4BB03E7E52}"/>
          </ac:grpSpMkLst>
        </pc:grpChg>
        <pc:grpChg chg="del">
          <ac:chgData name="Suyasha Nepal" userId="S::snepal@infinite.com::8cce4cf1-154d-4750-93eb-ff635245ff5e" providerId="AD" clId="Web-{E61AE0AA-AD86-6876-7060-7BDDC91A7A75}" dt="2025-12-03T16:32:41.895" v="82"/>
          <ac:grpSpMkLst>
            <pc:docMk/>
            <pc:sldMk cId="3878705739" sldId="281"/>
            <ac:grpSpMk id="34" creationId="{6C04C36B-683E-7C0D-3826-821BD601440E}"/>
          </ac:grpSpMkLst>
        </pc:grpChg>
        <pc:grpChg chg="del">
          <ac:chgData name="Suyasha Nepal" userId="S::snepal@infinite.com::8cce4cf1-154d-4750-93eb-ff635245ff5e" providerId="AD" clId="Web-{E61AE0AA-AD86-6876-7060-7BDDC91A7A75}" dt="2025-12-03T16:32:44.396" v="83"/>
          <ac:grpSpMkLst>
            <pc:docMk/>
            <pc:sldMk cId="3878705739" sldId="281"/>
            <ac:grpSpMk id="37" creationId="{02224E2C-CF54-C704-FEFB-E668152B5C58}"/>
          </ac:grpSpMkLst>
        </pc:grpChg>
        <pc:grpChg chg="mod">
          <ac:chgData name="Suyasha Nepal" userId="S::snepal@infinite.com::8cce4cf1-154d-4750-93eb-ff635245ff5e" providerId="AD" clId="Web-{E61AE0AA-AD86-6876-7060-7BDDC91A7A75}" dt="2025-12-03T16:34:49.146" v="110" actId="1076"/>
          <ac:grpSpMkLst>
            <pc:docMk/>
            <pc:sldMk cId="3878705739" sldId="281"/>
            <ac:grpSpMk id="40" creationId="{B42D2719-0CBF-0897-A1D1-BF8251B2ABC8}"/>
          </ac:grpSpMkLst>
        </pc:grpChg>
        <pc:grpChg chg="mod">
          <ac:chgData name="Suyasha Nepal" userId="S::snepal@infinite.com::8cce4cf1-154d-4750-93eb-ff635245ff5e" providerId="AD" clId="Web-{E61AE0AA-AD86-6876-7060-7BDDC91A7A75}" dt="2025-12-03T16:35:00.334" v="113" actId="1076"/>
          <ac:grpSpMkLst>
            <pc:docMk/>
            <pc:sldMk cId="3878705739" sldId="281"/>
            <ac:grpSpMk id="43" creationId="{01CA14A9-02DB-B4B6-E316-7122D3C54540}"/>
          </ac:grpSpMkLst>
        </pc:grpChg>
        <pc:grpChg chg="mod">
          <ac:chgData name="Suyasha Nepal" userId="S::snepal@infinite.com::8cce4cf1-154d-4750-93eb-ff635245ff5e" providerId="AD" clId="Web-{E61AE0AA-AD86-6876-7060-7BDDC91A7A75}" dt="2025-12-03T16:35:03.271" v="114" actId="1076"/>
          <ac:grpSpMkLst>
            <pc:docMk/>
            <pc:sldMk cId="3878705739" sldId="281"/>
            <ac:grpSpMk id="46" creationId="{315C1077-1983-FEB5-52E9-D1EBF3EC3D6F}"/>
          </ac:grpSpMkLst>
        </pc:grpChg>
        <pc:grpChg chg="mod">
          <ac:chgData name="Suyasha Nepal" userId="S::snepal@infinite.com::8cce4cf1-154d-4750-93eb-ff635245ff5e" providerId="AD" clId="Web-{E61AE0AA-AD86-6876-7060-7BDDC91A7A75}" dt="2025-12-03T16:34:46.412" v="109" actId="1076"/>
          <ac:grpSpMkLst>
            <pc:docMk/>
            <pc:sldMk cId="3878705739" sldId="281"/>
            <ac:grpSpMk id="49" creationId="{25263B95-D03A-04F7-A074-F48ABE91E696}"/>
          </ac:grpSpMkLst>
        </pc:grpChg>
      </pc:sldChg>
      <pc:sldChg chg="addSp delSp modSp add replId">
        <pc:chgData name="Suyasha Nepal" userId="S::snepal@infinite.com::8cce4cf1-154d-4750-93eb-ff635245ff5e" providerId="AD" clId="Web-{E61AE0AA-AD86-6876-7060-7BDDC91A7A75}" dt="2025-12-03T16:48:01.470" v="144" actId="1076"/>
        <pc:sldMkLst>
          <pc:docMk/>
          <pc:sldMk cId="3297610104" sldId="282"/>
        </pc:sldMkLst>
        <pc:spChg chg="add mod">
          <ac:chgData name="Suyasha Nepal" userId="S::snepal@infinite.com::8cce4cf1-154d-4750-93eb-ff635245ff5e" providerId="AD" clId="Web-{E61AE0AA-AD86-6876-7060-7BDDC91A7A75}" dt="2025-12-03T16:36:34.866" v="119" actId="1076"/>
          <ac:spMkLst>
            <pc:docMk/>
            <pc:sldMk cId="3297610104" sldId="282"/>
            <ac:spMk id="3" creationId="{075E1F23-CBDF-FE4F-8995-D653C402F075}"/>
          </ac:spMkLst>
        </pc:spChg>
        <pc:spChg chg="del mod">
          <ac:chgData name="Suyasha Nepal" userId="S::snepal@infinite.com::8cce4cf1-154d-4750-93eb-ff635245ff5e" providerId="AD" clId="Web-{E61AE0AA-AD86-6876-7060-7BDDC91A7A75}" dt="2025-12-03T16:46:17.672" v="136"/>
          <ac:spMkLst>
            <pc:docMk/>
            <pc:sldMk cId="3297610104" sldId="282"/>
            <ac:spMk id="4" creationId="{DB3097A2-384C-C1DD-8925-6B1FC8BB557A}"/>
          </ac:spMkLst>
        </pc:spChg>
        <pc:spChg chg="del">
          <ac:chgData name="Suyasha Nepal" userId="S::snepal@infinite.com::8cce4cf1-154d-4750-93eb-ff635245ff5e" providerId="AD" clId="Web-{E61AE0AA-AD86-6876-7060-7BDDC91A7A75}" dt="2025-12-03T16:35:50.521" v="116"/>
          <ac:spMkLst>
            <pc:docMk/>
            <pc:sldMk cId="3297610104" sldId="282"/>
            <ac:spMk id="6" creationId="{619235C4-7E8C-09F4-E651-C411AB3EC6AA}"/>
          </ac:spMkLst>
        </pc:spChg>
        <pc:spChg chg="mod">
          <ac:chgData name="Suyasha Nepal" userId="S::snepal@infinite.com::8cce4cf1-154d-4750-93eb-ff635245ff5e" providerId="AD" clId="Web-{E61AE0AA-AD86-6876-7060-7BDDC91A7A75}" dt="2025-12-03T16:42:55.780" v="127" actId="20577"/>
          <ac:spMkLst>
            <pc:docMk/>
            <pc:sldMk cId="3297610104" sldId="282"/>
            <ac:spMk id="20" creationId="{866BE3EA-F94E-6441-74AA-5A2E7AAC8730}"/>
          </ac:spMkLst>
        </pc:spChg>
        <pc:picChg chg="add mod">
          <ac:chgData name="Suyasha Nepal" userId="S::snepal@infinite.com::8cce4cf1-154d-4750-93eb-ff635245ff5e" providerId="AD" clId="Web-{E61AE0AA-AD86-6876-7060-7BDDC91A7A75}" dt="2025-12-03T16:48:01.470" v="144" actId="1076"/>
          <ac:picMkLst>
            <pc:docMk/>
            <pc:sldMk cId="3297610104" sldId="282"/>
            <ac:picMk id="5" creationId="{C30B9A4B-3D4D-52E5-9F05-BCF9DD0D3FAB}"/>
          </ac:picMkLst>
        </pc:picChg>
      </pc:sldChg>
    </pc:docChg>
  </pc:docChgLst>
  <pc:docChgLst>
    <pc:chgData name="Suyasha Nepal" userId="S::snepal@infinite.com::8cce4cf1-154d-4750-93eb-ff635245ff5e" providerId="AD" clId="Web-{8D633653-B41D-1246-A222-5F3AA9D0ABD0}"/>
    <pc:docChg chg="modSld">
      <pc:chgData name="Suyasha Nepal" userId="S::snepal@infinite.com::8cce4cf1-154d-4750-93eb-ff635245ff5e" providerId="AD" clId="Web-{8D633653-B41D-1246-A222-5F3AA9D0ABD0}" dt="2025-12-04T06:41:18.015" v="36" actId="20577"/>
      <pc:docMkLst>
        <pc:docMk/>
      </pc:docMkLst>
      <pc:sldChg chg="modSp">
        <pc:chgData name="Suyasha Nepal" userId="S::snepal@infinite.com::8cce4cf1-154d-4750-93eb-ff635245ff5e" providerId="AD" clId="Web-{8D633653-B41D-1246-A222-5F3AA9D0ABD0}" dt="2025-12-04T04:57:47.922" v="4" actId="20577"/>
        <pc:sldMkLst>
          <pc:docMk/>
          <pc:sldMk cId="0" sldId="263"/>
        </pc:sldMkLst>
        <pc:spChg chg="mod">
          <ac:chgData name="Suyasha Nepal" userId="S::snepal@infinite.com::8cce4cf1-154d-4750-93eb-ff635245ff5e" providerId="AD" clId="Web-{8D633653-B41D-1246-A222-5F3AA9D0ABD0}" dt="2025-12-04T04:57:47.922" v="4" actId="20577"/>
          <ac:spMkLst>
            <pc:docMk/>
            <pc:sldMk cId="0" sldId="263"/>
            <ac:spMk id="14" creationId="{00000000-0000-0000-0000-000000000000}"/>
          </ac:spMkLst>
        </pc:spChg>
      </pc:sldChg>
      <pc:sldChg chg="modSp">
        <pc:chgData name="Suyasha Nepal" userId="S::snepal@infinite.com::8cce4cf1-154d-4750-93eb-ff635245ff5e" providerId="AD" clId="Web-{8D633653-B41D-1246-A222-5F3AA9D0ABD0}" dt="2025-12-04T05:49:02.848" v="32" actId="20577"/>
        <pc:sldMkLst>
          <pc:docMk/>
          <pc:sldMk cId="0" sldId="265"/>
        </pc:sldMkLst>
        <pc:spChg chg="mod">
          <ac:chgData name="Suyasha Nepal" userId="S::snepal@infinite.com::8cce4cf1-154d-4750-93eb-ff635245ff5e" providerId="AD" clId="Web-{8D633653-B41D-1246-A222-5F3AA9D0ABD0}" dt="2025-12-04T05:49:02.848" v="32" actId="20577"/>
          <ac:spMkLst>
            <pc:docMk/>
            <pc:sldMk cId="0" sldId="265"/>
            <ac:spMk id="36" creationId="{EAA4FDB5-825E-28E7-FBED-6CCA2FE37BDA}"/>
          </ac:spMkLst>
        </pc:spChg>
      </pc:sldChg>
      <pc:sldChg chg="modSp">
        <pc:chgData name="Suyasha Nepal" userId="S::snepal@infinite.com::8cce4cf1-154d-4750-93eb-ff635245ff5e" providerId="AD" clId="Web-{8D633653-B41D-1246-A222-5F3AA9D0ABD0}" dt="2025-12-04T06:41:18.015" v="36" actId="20577"/>
        <pc:sldMkLst>
          <pc:docMk/>
          <pc:sldMk cId="3257040397" sldId="280"/>
        </pc:sldMkLst>
        <pc:spChg chg="mod">
          <ac:chgData name="Suyasha Nepal" userId="S::snepal@infinite.com::8cce4cf1-154d-4750-93eb-ff635245ff5e" providerId="AD" clId="Web-{8D633653-B41D-1246-A222-5F3AA9D0ABD0}" dt="2025-12-04T06:41:18.015" v="36" actId="20577"/>
          <ac:spMkLst>
            <pc:docMk/>
            <pc:sldMk cId="3257040397" sldId="280"/>
            <ac:spMk id="4" creationId="{CB7B553B-C1AE-D17F-78EC-547EF74B115E}"/>
          </ac:spMkLst>
        </pc:spChg>
      </pc:sldChg>
    </pc:docChg>
  </pc:docChgLst>
  <pc:docChgLst>
    <pc:chgData name="Suyasha Nepal" userId="S::snepal@infinite.com::8cce4cf1-154d-4750-93eb-ff635245ff5e" providerId="AD" clId="Web-{63A979DB-5672-4F6A-7BFB-41F854C8572B}"/>
    <pc:docChg chg="modSld">
      <pc:chgData name="Suyasha Nepal" userId="S::snepal@infinite.com::8cce4cf1-154d-4750-93eb-ff635245ff5e" providerId="AD" clId="Web-{63A979DB-5672-4F6A-7BFB-41F854C8572B}" dt="2025-12-03T11:47:33.710" v="32" actId="1076"/>
      <pc:docMkLst>
        <pc:docMk/>
      </pc:docMkLst>
      <pc:sldChg chg="addSp delSp">
        <pc:chgData name="Suyasha Nepal" userId="S::snepal@infinite.com::8cce4cf1-154d-4750-93eb-ff635245ff5e" providerId="AD" clId="Web-{63A979DB-5672-4F6A-7BFB-41F854C8572B}" dt="2025-12-03T11:47:13.007" v="31"/>
        <pc:sldMkLst>
          <pc:docMk/>
          <pc:sldMk cId="0" sldId="271"/>
        </pc:sldMkLst>
        <pc:inkChg chg="add del">
          <ac:chgData name="Suyasha Nepal" userId="S::snepal@infinite.com::8cce4cf1-154d-4750-93eb-ff635245ff5e" providerId="AD" clId="Web-{63A979DB-5672-4F6A-7BFB-41F854C8572B}" dt="2025-12-03T11:46:21.819" v="21"/>
          <ac:inkMkLst>
            <pc:docMk/>
            <pc:sldMk cId="0" sldId="271"/>
            <ac:inkMk id="2" creationId="{95C27910-4076-2265-1793-F5DFAB972FD2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20.694" v="20"/>
          <ac:inkMkLst>
            <pc:docMk/>
            <pc:sldMk cId="0" sldId="271"/>
            <ac:inkMk id="4" creationId="{F7FD817F-A843-9830-88D8-4DF61990F665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20.538" v="19"/>
          <ac:inkMkLst>
            <pc:docMk/>
            <pc:sldMk cId="0" sldId="271"/>
            <ac:inkMk id="5" creationId="{5D6C1227-8D0A-888B-09FC-F7CE4DCDA8FC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20.163" v="18"/>
          <ac:inkMkLst>
            <pc:docMk/>
            <pc:sldMk cId="0" sldId="271"/>
            <ac:inkMk id="6" creationId="{B6BEB72F-C69E-9666-8CCE-F3614D0040D1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19.819" v="17"/>
          <ac:inkMkLst>
            <pc:docMk/>
            <pc:sldMk cId="0" sldId="271"/>
            <ac:inkMk id="7" creationId="{C2D3F608-3603-4EF9-FFF0-13DFB5BA0B40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19.460" v="16"/>
          <ac:inkMkLst>
            <pc:docMk/>
            <pc:sldMk cId="0" sldId="271"/>
            <ac:inkMk id="8" creationId="{987C37FA-BDBB-A24B-BEA7-86021CE5608F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19.288" v="15"/>
          <ac:inkMkLst>
            <pc:docMk/>
            <pc:sldMk cId="0" sldId="271"/>
            <ac:inkMk id="9" creationId="{2B334C74-B083-7AA5-AF2F-9ACBCBF5064D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19.147" v="14"/>
          <ac:inkMkLst>
            <pc:docMk/>
            <pc:sldMk cId="0" sldId="271"/>
            <ac:inkMk id="10" creationId="{86C00DCB-0CFF-3F7C-E5E4-6CC53F854F95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18.944" v="13"/>
          <ac:inkMkLst>
            <pc:docMk/>
            <pc:sldMk cId="0" sldId="271"/>
            <ac:inkMk id="11" creationId="{F4B034D6-E75C-5629-AAA7-58BDF8A29878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17.522" v="12"/>
          <ac:inkMkLst>
            <pc:docMk/>
            <pc:sldMk cId="0" sldId="271"/>
            <ac:inkMk id="12" creationId="{288CEB5A-FE4C-4496-D2A3-262CA101E845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17.351" v="11"/>
          <ac:inkMkLst>
            <pc:docMk/>
            <pc:sldMk cId="0" sldId="271"/>
            <ac:inkMk id="13" creationId="{C2A2B797-63F7-ADA1-2986-8CD81D2EA9F2}"/>
          </ac:inkMkLst>
        </pc:inkChg>
        <pc:inkChg chg="add">
          <ac:chgData name="Suyasha Nepal" userId="S::snepal@infinite.com::8cce4cf1-154d-4750-93eb-ff635245ff5e" providerId="AD" clId="Web-{63A979DB-5672-4F6A-7BFB-41F854C8572B}" dt="2025-12-03T11:46:32.491" v="22"/>
          <ac:inkMkLst>
            <pc:docMk/>
            <pc:sldMk cId="0" sldId="271"/>
            <ac:inkMk id="14" creationId="{971EE459-6A1B-E4A1-8C6B-18AFDDDCCB6C}"/>
          </ac:inkMkLst>
        </pc:inkChg>
        <pc:inkChg chg="add">
          <ac:chgData name="Suyasha Nepal" userId="S::snepal@infinite.com::8cce4cf1-154d-4750-93eb-ff635245ff5e" providerId="AD" clId="Web-{63A979DB-5672-4F6A-7BFB-41F854C8572B}" dt="2025-12-03T11:46:36.148" v="23"/>
          <ac:inkMkLst>
            <pc:docMk/>
            <pc:sldMk cId="0" sldId="271"/>
            <ac:inkMk id="15" creationId="{9F3847B6-6765-9A95-26DF-1C1C66C80C9C}"/>
          </ac:inkMkLst>
        </pc:inkChg>
        <pc:inkChg chg="add">
          <ac:chgData name="Suyasha Nepal" userId="S::snepal@infinite.com::8cce4cf1-154d-4750-93eb-ff635245ff5e" providerId="AD" clId="Web-{63A979DB-5672-4F6A-7BFB-41F854C8572B}" dt="2025-12-03T11:46:40.929" v="24"/>
          <ac:inkMkLst>
            <pc:docMk/>
            <pc:sldMk cId="0" sldId="271"/>
            <ac:inkMk id="16" creationId="{7C539A0E-F44D-1093-70F9-57673A0B7E9E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7:02.992" v="30"/>
          <ac:inkMkLst>
            <pc:docMk/>
            <pc:sldMk cId="0" sldId="271"/>
            <ac:inkMk id="17" creationId="{CEAB041D-1D9A-A64E-D701-45E4EC1F1D98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6:49.554" v="27"/>
          <ac:inkMkLst>
            <pc:docMk/>
            <pc:sldMk cId="0" sldId="271"/>
            <ac:inkMk id="18" creationId="{8FC0A75F-21C5-4B98-CB40-74821DB06566}"/>
          </ac:inkMkLst>
        </pc:inkChg>
        <pc:inkChg chg="add del">
          <ac:chgData name="Suyasha Nepal" userId="S::snepal@infinite.com::8cce4cf1-154d-4750-93eb-ff635245ff5e" providerId="AD" clId="Web-{63A979DB-5672-4F6A-7BFB-41F854C8572B}" dt="2025-12-03T11:47:00.023" v="29"/>
          <ac:inkMkLst>
            <pc:docMk/>
            <pc:sldMk cId="0" sldId="271"/>
            <ac:inkMk id="19" creationId="{A9E0DD4E-579C-12AD-4905-2FBDE9DBA031}"/>
          </ac:inkMkLst>
        </pc:inkChg>
        <pc:inkChg chg="add">
          <ac:chgData name="Suyasha Nepal" userId="S::snepal@infinite.com::8cce4cf1-154d-4750-93eb-ff635245ff5e" providerId="AD" clId="Web-{63A979DB-5672-4F6A-7BFB-41F854C8572B}" dt="2025-12-03T11:47:13.007" v="31"/>
          <ac:inkMkLst>
            <pc:docMk/>
            <pc:sldMk cId="0" sldId="271"/>
            <ac:inkMk id="20" creationId="{7A04A1EC-D00F-CFA8-2A5F-7A626294E843}"/>
          </ac:inkMkLst>
        </pc:inkChg>
      </pc:sldChg>
      <pc:sldChg chg="modSp">
        <pc:chgData name="Suyasha Nepal" userId="S::snepal@infinite.com::8cce4cf1-154d-4750-93eb-ff635245ff5e" providerId="AD" clId="Web-{63A979DB-5672-4F6A-7BFB-41F854C8572B}" dt="2025-12-03T11:47:33.710" v="32" actId="1076"/>
        <pc:sldMkLst>
          <pc:docMk/>
          <pc:sldMk cId="4225707544" sldId="273"/>
        </pc:sldMkLst>
        <pc:spChg chg="mod">
          <ac:chgData name="Suyasha Nepal" userId="S::snepal@infinite.com::8cce4cf1-154d-4750-93eb-ff635245ff5e" providerId="AD" clId="Web-{63A979DB-5672-4F6A-7BFB-41F854C8572B}" dt="2025-12-03T11:47:33.710" v="32" actId="1076"/>
          <ac:spMkLst>
            <pc:docMk/>
            <pc:sldMk cId="4225707544" sldId="273"/>
            <ac:spMk id="9" creationId="{DC47E2C0-E173-F408-D07E-FEF4B20D3DE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1:44:25.3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20227 12642 16383 0 0,'-8'-16'0'0'0,"-11"-22"0"0"0,-10-13 0 0 0,-9-14 0 0 0,2-12 0 0 0,0-9 0 0 0,5 1 0 0 0,8-1 0 0 0,8 6 0 0 0,7 9 0 0 0,4-1 0 0 0,4 5 0 0 0,0 4 0 0 0,2 6 0 0 0,0 4 0 0 0,-1 3 0 0 0,0 1 0 0 0,0 18 0 0 0,-1 22 0 0 0,0 21 0 0 0,0 16 0 0 0,0 29 0 0 0,0 20 0 0 0,8 5 0 0 0,3-2 0 0 0,7-8 0 0 0,2-7 0 0 0,4-6 0 0 0,-1 2 0 0 0,-5 0 0 0 0,-5-3 0 0 0,3 5 0 0 0,-1 1 0 0 0,-3 5 0 0 0,5 7 0 0 0,-1-1 0 0 0,-3 4 0 0 0,-4 4 0 0 0,5 4 0 0 0,0 4 0 0 0,6-5 0 0 0,-1-1 0 0 0,5-7 0 0 0,-1-9 0 0 0,2 10 0 0 0,-1-2 0 0 0,-7-5 0 0 0,-4-7 0 0 0,-6-6 0 0 0,-3-5 0 0 0,-3-4 0 0 0,-2-18 0 0 0,1-23 0 0 0,-2-21 0 0 0,-7-25 0 0 0,-2-14 0 0 0,0-23 0 0 0,2-8 0 0 0,-5 3 0 0 0,-1-2 0 0 0,-5 5 0 0 0,0 6 0 0 0,3 0 0 0 0,-3 3 0 0 0,2 5 0 0 0,4 5 0 0 0,-4 12 0 0 0,1 5 0 0 0,3 2 0 0 0,-3 7 0 0 0,-8 8 0 0 0,-8 9 0 0 0,2 15 0 0 0,7 23 0 0 0,6 16 0 0 0,16 26 0 0 0,15 18 0 0 0,14 11 0 0 0,3 5 0 0 0,4-5 0 0 0,-4 5 0 0 0,2-6 0 0 0,-6-11 0 0 0,-6-11 0 0 0,-7-10 0 0 0,-5-7 0 0 0,-5-5 0 0 0,-2 5 0 0 0,-2-14 0 0 0,0-23 0 0 0,-1-23 0 0 0,1-18 0 0 0,0-13 0 0 0,9-10 0 0 0,2-4 0 0 0,1-2 0 0 0,-3-9 0 0 0,-2-2 0 0 0,-2 2 0 0 0,-2 2 0 0 0,-1 4 0 0 0,-10 3 0 0 0,-2 2 0 0 0,0 1 0 0 0,-6 9 0 0 0,0 11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1:44:25.3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10001 14852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1:44:25.3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55474 8537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1:44:25.3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7320 6844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1:44:25.3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7285 5362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1:44:25.3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8590 11042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1:47:42.5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23214 9071 16383 0 0,'8'0'0'0'0,"9"7"0"0"0,2 10 0 0 0,5 9 0 0 0,5 8 0 0 0,-1 5 0 0 0,-6 3 0 0 0,0 9 0 0 0,-3 4 0 0 0,3-1 0 0 0,-4-2 0 0 0,4-10 0 0 0,-2-5 0 0 0,-5-16 0 0 0,-5-18 0 0 0,-11-18 0 0 0,-13-21 0 0 0,-4-11 0 0 0,-7-5 0 0 0,-5-1 0 0 0,-6 1 0 0 0,-3 10 0 0 0,-4 11 0 0 0,0 12 0 0 0,6 1 0 0 0,10-3 0 0 0,9-6 0 0 0,8-5 0 0 0,6-5 0 0 0,3-3 0 0 0,2-2 0 0 0,1-1 0 0 0,0-1 0 0 0,-1 0 0 0 0,0-7 0 0 0,0-3 0 0 0,0 2 0 0 0,-1 1 0 0 0,0 3 0 0 0,0 2 0 0 0,0 1 0 0 0,0-6 0 0 0,0-1 0 0 0,7 7 0 0 0,3 5 0 0 0,-1 1 0 0 0,-2 15 0 0 0,-2 19 0 0 0,-1 25 0 0 0,-2 16 0 0 0,-2 9 0 0 0,0 5 0 0 0,0 1 0 0 0,0-2 0 0 0,-1 0 0 0 0,1 4 0 0 0,0 2 0 0 0,-1-2 0 0 0,1-2 0 0 0,0-3 0 0 0,0-2 0 0 0,0-2 0 0 0,0 0 0 0 0,0-2 0 0 0,0 1 0 0 0,-7-8 0 0 0,-10-10 0 0 0,-9-8 0 0 0,-1-1 0 0 0,5 5 0 0 0,14-2 0 0 0,7 4 0 0 0,5 5 0 0 0,8-2 0 0 0,10 1 0 0 0,1 12 0 0 0,-4 5 0 0 0,3-4 0 0 0,-3-23 0 0 0,-4-23 0 0 0,-5-17 0 0 0,-4-12 0 0 0,-3-7 0 0 0,-2-4 0 0 0,-2-1 0 0 0,0-1 0 0 0,8 2 0 0 0,2 0 0 0 0,7 2 0 0 0,0 0 0 0 0,6 0 0 0 0,-2 2 0 0 0,-4-1 0 0 0,-4-7 0 0 0,-5-3 0 0 0,4 9 0 0 0,7 10 0 0 0,9 13 0 0 0,13 1 0 0 0,8-3 0 0 0,-5 3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1:47:42.5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23187 8856 16383 0 0,'0'14'0'0'0,"8"13"0"0"0,1 16 0 0 0,8 8 0 0 0,0 10 0 0 0,-2 9 0 0 0,-5 0 0 0 0,-3-5 0 0 0,-3-6 0 0 0,-2-5 0 0 0,-1-5 0 0 0,-9-11 0 0 0,-3-19 0 0 0,1-20 0 0 0,-5-10 0 0 0,0-11 0 0 0,2-8 0 0 0,-4 1 0 0 0,1-3 0 0 0,-4 5 0 0 0,2 0 0 0 0,3-11 0 0 0,5 9 0 0 0,3 17 0 0 0,4 17 0 0 0,2 15 0 0 0,1 12 0 0 0,8 0 0 0 0,2 2 0 0 0,8-4 0 0 0,-1-1 0 0 0,-2 2 0 0 0,4-3 0 0 0,5 7 0 0 0,-1 5 0 0 0,-5 4 0 0 0,-4 1 0 0 0,1-8 0 0 0,6-8 0 0 0,0-4 0 0 0,-4 3 0 0 0,2-5 0 0 0,-9-5 0 0 0,-14-7 0 0 0,-13-4 0 0 0,-11-4 0 0 0,-9-2 0 0 0,3-9 0 0 0,0-3 0 0 0,-2 1 0 0 0,-3 1 0 0 0,7-4 0 0 0,7-8 0 0 0,2-7 0 0 0,4-14 0 0 0,13 1 0 0 0,15 6 0 0 0,12 11 0 0 0,11 8 0 0 0,7 7 0 0 0,4 5 0 0 0,2 4 0 0 0,1 8 0 0 0,0 4 0 0 0,-1-1 0 0 0,-8-9 0 0 0,-10-13 0 0 0,-10-11 0 0 0,-15-10 0 0 0,-15-6 0 0 0,-5-4 0 0 0,-8-3 0 0 0,2 0 0 0 0,4 0 0 0 0,6 0 0 0 0,-2-7 0 0 0,1-1 0 0 0,-3 0 0 0 0,0 3 0 0 0,-3 1 0 0 0,2 3 0 0 0,-4 9 0 0 0,10 10 0 0 0,15 11 0 0 0,13 7 0 0 0,5 13 0 0 0,-1 13 0 0 0,3 10 0 0 0,6 9 0 0 0,-3 5 0 0 0,3 11 0 0 0,3-5 0 0 0,4 13 0 0 0,10 3 0 0 0,5-10 0 0 0,2-5 0 0 0,-9 2 0 0 0,-4 1 0 0 0,-1-1 0 0 0,0 5 0 0 0,-7 1 0 0 0,0-9 0 0 0,1-13 0 0 0,-5-4 0 0 0,-7-1 0 0 0,8 3 0 0 0,-1 2 0 0 0,-5-3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1:47:42.5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23411 9743 16383 0 0,'-7'-7'0'0'0,"-3"-10"0"0"0,-6-2 0 0 0,-9 2 0 0 0,-6 5 0 0 0,-6 3 0 0 0,3-3 0 0 0,1-1 0 0 0,5-4 0 0 0,-6 0 0 0 0,-6 4 0 0 0,-2 3 0 0 0,-2 3 0 0 0,14 4 0 0 0,19 1 0 0 0,26 2 0 0 0,18 1 0 0 0,11 0 0 0 0,5 7 0 0 0,1 2 0 0 0,-7 7 0 0 0,-4 0 0 0 0,-9 5 0 0 0,-9 6 0 0 0,-1-2 0 0 0,3-5 0 0 0,-2 1 0 0 0,-12-4 0 0 0,-7-11 0 0 0,-12-8 0 0 0,-4-10 0 0 0,-7-4 0 0 0,-7 1 0 0 0,-6 3 0 0 0,-4-4 0 0 0,-11 0 0 0 0,10 3 0 0 0,20 11 0 0 0,19 6 0 0 0,11 8 0 0 0,3 11 0 0 0,6 0 0 0 0,0 4 0 0 0,4-4 0 0 0,-2 3 0 0 0,2-4 0 0 0,-3 1 0 0 0,3-3 0 0 0,4-5 0 0 0,-2-13 0 0 0,-7-14 0 0 0,-12-5 0 0 0,-16 0 0 0 0,-13 3 0 0 0,-3 10 0 0 0,10 14 0 0 0,15 5 0 0 0,14-1 0 0 0,-1-2 0 0 0,-4-12 0 0 0,-11-12 0 0 0,-12-5 0 0 0,-3-6 0 0 0,0-8 0 0 0,4-5 0 0 0,4-5 0 0 0,3-2 0 0 0,3-1 0 0 0,10 6 0 0 0,10 9 0 0 0,9 11 0 0 0,2-1 0 0 0,2-3 0 0 0,-4-7 0 0 0,1 3 0 0 0,4 5 0 0 0,-4-9 0 0 0,8 1 0 0 0,12-2 0 0 0,14 3 0 0 0,3 8 0 0 0,-2 5 0 0 0,-4 7 0 0 0,-5 3 0 0 0,-11 18 0 0 0,-13 13 0 0 0,-11 3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1:47:42.5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2910 5468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43293 18052 16383 0 0,'-7'7'0'0'0,"-32"47"0"0"0,-31 50 0 0 0,-62 73 0 0 0,-23 21 0 0 0,-22 57 0 0 0,-9 22 0 0 0,4 30 0 0 0,26-2 0 0 0,18-16 0 0 0,25-49 0 0 0,31-51 0 0 0,30-44 0 0 0,24-38 0 0 0,17-31 0 0 0,10-21 0 0 0,5-12 0 0 0,2-21 0 0 0,0-21 0 0 0,-1-19 0 0 0,6-20 0 0 0,1-19 0 0 0,-2-6 0 0 0,-2-22 0 0 0,-2-34 0 0 0,19-75 0 0 0,5-28 0 0 0,20-63 0 0 0,9-35 0 0 0,30-57 0 0 0,8 13 0 0 0,-5 26 0 0 0,-12 54 0 0 0,-11 40 0 0 0,-11 54 0 0 0,-15 52 0 0 0,-7 42 0 0 0,-3 23 0 0 0,8 1 0 0 0,4 0 0 0 0,1 3 0 0 0,1 7 0 0 0,-8 7 0 0 0,-10 5 0 0 0,-11 4 0 0 0,-8 17 0 0 0,2 20 0 0 0,-2 20 0 0 0,6 22 0 0 0,14 57 0 0 0,1 27 0 0 0,19 53 0 0 0,14 11 0 0 0,12 34 0 0 0,7 2 0 0 0,4 22 0 0 0,-13 1 0 0 0,10-13 0 0 0,-8-15 0 0 0,-11-14 0 0 0,-16-27 0 0 0,-17-5 0 0 0,-13-24 0 0 0,-10-29 0 0 0,-7-19 0 0 0,-3-18 0 0 0,-2-15 0 0 0,-1-3 0 0 0,2-4 0 0 0,-8-11 0 0 0,-16-13 0 0 0,-10-12 0 0 0,-8-9 0 0 0,-2-5 0 0 0,-2-5 0 0 0,8-15 0 0 0,3-13 0 0 0,9-9 0 0 0,8-5 0 0 0,8-3 0 0 0,-2-8 0 0 0,2-16 0 0 0,3-26 0 0 0,3-11 0 0 0,-12-39 0 0 0,-3-8 0 0 0,-13-52 0 0 0,-14-12 0 0 0,-15-14 0 0 0,-3 20 0 0 0,-27-7 0 0 0,-5 13 0 0 0,-16 4 0 0 0,-1 8 0 0 0,-12 8 0 0 0,9 13 0 0 0,10 14 0 0 0,15 28 0 0 0,18 27 0 0 0,13 26 0 0 0,10 25 0 0 0,14 29 0 0 0,21 18 0 0 0,13 19 0 0 0,14 20 0 0 0,6 13 0 0 0,1 12 0 0 0,3-2 0 0 0,0 31 0 0 0,3 17 0 0 0,4 49 0 0 0,-1 19 0 0 0,-6 33 0 0 0,-6 10 0 0 0,-5 34 0 0 0,-5-3 0 0 0,-2 15 0 0 0,-2-16 0 0 0,-1-26 0 0 0,0-30 0 0 0,0-24 0 0 0,0-34 0 0 0,0-23 0 0 0,1-24 0 0 0,-1-19 0 0 0,1-5 0 0 0,8-28 0 0 0,16-19 0 0 0,5-12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42920 21194 16383 0 0,'-7'0'0'0'0,"-3"7"0"0"0,-7 10 0 0 0,-7 9 0 0 0,-8 8 0 0 0,3-10 0 0 0,5-15 0 0 0,0-18 0 0 0,4-13 0 0 0,5-12 0 0 0,6-13 0 0 0,3-14 0 0 0,4-4 0 0 0,2-5 0 0 0,0 2 0 0 0,1 5 0 0 0,0 6 0 0 0,0 5 0 0 0,0 5 0 0 0,-1 2 0 0 0,1-5 0 0 0,-1-2 0 0 0,-8 9 0 0 0,-1 25 0 0 0,-8 16 0 0 0,0 16 0 0 0,2 13 0 0 0,4 9 0 0 0,4 5 0 0 0,3 4 0 0 0,3 1 0 0 0,0 7 0 0 0,2 2 0 0 0,-1-1 0 0 0,1-2 0 0 0,0-3 0 0 0,-1-2 0 0 0,1-3 0 0 0,-1 0 0 0 0,0-1 0 0 0,0-1 0 0 0,0 1 0 0 0,-15-8 0 0 0,-12-10 0 0 0,-1-1 0 0 0,-3 2 0 0 0,3-11 0 0 0,14-14 0 0 0,24-16 0 0 0,10-12 0 0 0,10-9 0 0 0,6 2 0 0 0,-3-8 0 0 0,-7-4 0 0 0,0 5 0 0 0,-5 4 0 0 0,-6-1 0 0 0,1 0 0 0 0,-1-9 0 0 0,4-3 0 0 0,6-1 0 0 0,5 8 0 0 0,-1 20 0 0 0,-6 27 0 0 0,-8 28 0 0 0,-5 16 0 0 0,-5 14 0 0 0,-3 11 0 0 0,-9 9 0 0 0,-4 3 0 0 0,0 3 0 0 0,-5-6 0 0 0,0-10 0 0 0,-4-3 0 0 0,0-6 0 0 0,-2-13 0 0 0,-6-15 0 0 0,2-7 0 0 0,-1-8 0 0 0,3 1 0 0 0,6-12 0 0 0,6-14 0 0 0,5-21 0 0 0,4-27 0 0 0,2-13 0 0 0,2-9 0 0 0,0-7 0 0 0,0-4 0 0 0,0 5 0 0 0,0 3 0 0 0,-1 6 0 0 0,1-13 0 0 0,-1 0 0 0 0,0 0 0 0 0,0 8 0 0 0,0 9 0 0 0,0 8 0 0 0,0 1 0 0 0,0 3 0 0 0,0 3 0 0 0,0 4 0 0 0,0 3 0 0 0,0 1 0 0 0,0 2 0 0 0,0 1 0 0 0,0-8 0 0 0,0-2 0 0 0,0 1 0 0 0,-15 8 0 0 0,-12 5 0 0 0,-1 15 0 0 0,4 20 0 0 0,6 25 0 0 0,6 15 0 0 0,5 10 0 0 0,4 3 0 0 0,2 1 0 0 0,2-1 0 0 0,0-2 0 0 0,0-2 0 0 0,0-1 0 0 0,0 7 0 0 0,0 0 0 0 0,-1 0 0 0 0,0-1 0 0 0,0-4 0 0 0,0-1 0 0 0,0-1 0 0 0,0-2 0 0 0,0 0 0 0 0,0 0 0 0 0,15-1 0 0 0,4 1 0 0 0,7-8 0 0 0,6-9 0 0 0,-3-17 0 0 0,-5-17 0 0 0,-8-14 0 0 0,1-19 0 0 0,-2-16 0 0 0,-4-6 0 0 0,-4-7 0 0 0,-3 1 0 0 0,-2-9 0 0 0,-1 1 0 0 0,-1 6 0 0 0,-1 8 0 0 0,0 8 0 0 0,0 5 0 0 0,1 5 0 0 0,0 2 0 0 0,-1-7 0 0 0,-6-8 0 0 0,-3-2 0 0 0,-6-6 0 0 0,-1-28 0 0 0,2-12 0 0 0,4-3 0 0 0,-10 10 0 0 0,-3 6 0 0 0,-3 6 0 0 0,2 2 0 0 0,-2 2 0 0 0,-3-8 0 0 0,3 5 0 0 0,-1-13 0 0 0,4 4 0 0 0,-1 3 0 0 0,4 3 0 0 0,-10-5 0 0 0,-6-2 0 0 0,3 1 0 0 0,7 10 0 0 0,9 4 0 0 0,6 9 0 0 0,-8 2 0 0 0,-2 6 0 0 0,4 6 0 0 0,5 5 0 0 0,4 6 0 0 0,3 2 0 0 0,4 2 0 0 0,2 1 0 0 0,0 1 0 0 0,8 6 0 0 0,10 10 0 0 0,9 9 0 0 0,7 15 0 0 0,-1 14 0 0 0,-8 13 0 0 0,0 1 0 0 0,-4 12 0 0 0,1 5 0 0 0,-2 4 0 0 0,1 7 0 0 0,-1 2 0 0 0,-5-1 0 0 0,-5-3 0 0 0,3-4 0 0 0,0-2 0 0 0,4-2 0 0 0,0-1 0 0 0,-3 13 0 0 0,3-2 0 0 0,-1 3 0 0 0,3 0 0 0 0,0 4 0 0 0,-4-1 0 0 0,2-11 0 0 0,-1 1 0 0 0,4 6 0 0 0,-2 1 0 0 0,-3-3 0 0 0,-5-2 0 0 0,-4-4 0 0 0,-3-3 0 0 0,-2 6 0 0 0,-1 1 0 0 0,0-1 0 0 0,-1-2 0 0 0,0-3 0 0 0,0-1 0 0 0,8-2 0 0 0,3-1 0 0 0,6 7 0 0 0,1 3 0 0 0,-2-2 0 0 0,3-8 0 0 0,-1-5 0 0 0,3-1 0 0 0,-1 0 0 0 0,-4 1 0 0 0,-5 2 0 0 0,-3 8 0 0 0,-4 4 0 0 0,-2-1 0 0 0,-1 0 0 0 0,-8-3 0 0 0,-3-1 0 0 0,-6-10 0 0 0,-8-10 0 0 0,-7-18 0 0 0,2-17 0 0 0,6-14 0 0 0,0-19 0 0 0,4-17 0 0 0,5-12 0 0 0,6-10 0 0 0,3 2 0 0 0,4-1 0 0 0,2-1 0 0 0,0-1 0 0 0,9-3 0 0 0,2 0 0 0 0,-1 6 0 0 0,-2 9 0 0 0,-2 2 0 0 0,-3 5 0 0 0,-1 5 0 0 0,-1 6 0 0 0,-1 4 0 0 0,-1 2 0 0 0,1 3 0 0 0,-1 14 0 0 0,1 28 0 0 0,0 27 0 0 0,0 25 0 0 0,0 10 0 0 0,-1 9 0 0 0,1 1 0 0 0,0-6 0 0 0,1-6 0 0 0,-1-7 0 0 0,0 4 0 0 0,0-2 0 0 0,0-3 0 0 0,0-2 0 0 0,0-3 0 0 0,0-2 0 0 0,0-2 0 0 0,0 0 0 0 0,0 7 0 0 0,0 2 0 0 0,0 0 0 0 0,0-17 0 0 0,0-28 0 0 0,0-31 0 0 0,0-18 0 0 0,0-23 0 0 0,0-9 0 0 0,7-14 0 0 0,3-5 0 0 0,-1-3 0 0 0,-2 9 0 0 0,-1 11 0 0 0,-3-11 0 0 0,-1 3 0 0 0,-2 1 0 0 0,0 6 0 0 0,0 11 0 0 0,0 8 0 0 0,-1 6 0 0 0,1 6 0 0 0,0 3 0 0 0,-1 1 0 0 0,1 1 0 0 0,0 0 0 0 0,0-1 0 0 0,-7 8 0 0 0,-3 1 0 0 0,1 0 0 0 0,-6-10 0 0 0,0-4 0 0 0,3-2 0 0 0,3 1 0 0 0,3 0 0 0 0,-5 9 0 0 0,0 18 0 0 0,1 20 0 0 0,-11 18 0 0 0,-3 20 0 0 0,-5 11 0 0 0,3 5 0 0 0,6 1 0 0 0,6-2 0 0 0,-1-2 0 0 0,1-3 0 0 0,3-1 0 0 0,4 5 0 0 0,3 2 0 0 0,2-1 0 0 0,1-2 0 0 0,1-2 0 0 0,1-2 0 0 0,7-9 0 0 0,17-18 0 0 0,4-20 0 0 0,-3-16 0 0 0,2-6 0 0 0,-4-6 0 0 0,0 2 0 0 0,-2-10 0 0 0,-6-4 0 0 0,2-4 0 0 0,-3-1 0 0 0,-3-8 0 0 0,-4-1 0 0 0,-3 1 0 0 0,5-5 0 0 0,0 0 0 0 0,-1 4 0 0 0,-2 2 0 0 0,-3 5 0 0 0,-1 1 0 0 0,-2 3 0 0 0,0 1 0 0 0,-2-7 0 0 0,1-1 0 0 0,-1-1 0 0 0,1 2 0 0 0,0 2 0 0 0,0 3 0 0 0,-8 7 0 0 0,-9 12 0 0 0,-9 9 0 0 0,-1 15 0 0 0,-9 16 0 0 0,-7 12 0 0 0,5 9 0 0 0,0 21 0 0 0,8 8 0 0 0,9 0 0 0 0,7-3 0 0 0,7-5 0 0 0,4-5 0 0 0,3-3 0 0 0,1 4 0 0 0,0 1 0 0 0,1-1 0 0 0,-1-3 0 0 0,0-1 0 0 0,0-3 0 0 0,-1-1 0 0 0,0-15 0 0 0,0-21 0 0 0,0-18 0 0 0,8-14 0 0 0,1-12 0 0 0,15-13 0 0 0,3-6 0 0 0,-3-1 0 0 0,-6 1 0 0 0,1 11 0 0 0,-2 6 0 0 0,-4 1 0 0 0,-4 0 0 0 0,-4-1 0 0 0,-3-9 0 0 0,-1-3 0 0 0,-2-1 0 0 0,0 1 0 0 0,1 2 0 0 0,-1 2 0 0 0,0 1 0 0 0,1-6 0 0 0,0-2 0 0 0,0 1 0 0 0,0 16 0 0 0,0 30 0 0 0,0 29 0 0 0,0 19 0 0 0,0 9 0 0 0,7 11 0 0 0,3 31 0 0 0,6 22 0 0 0,1-2 0 0 0,5 3 0 0 0,-1 2 0 0 0,2-3 0 0 0,6-7 0 0 0,-3-8 0 0 0,-6-13 0 0 0,2 1 0 0 0,-4-8 0 0 0,3-10 0 0 0,-3-9 0 0 0,-3-9 0 0 0,-5-5 0 0 0,-5-3 0 0 0,-2 5 0 0 0,-2 2 0 0 0,-1-23 0 0 0,-1-23 0 0 0,0-20 0 0 0,0-14 0 0 0,1-10 0 0 0,-8-6 0 0 0,-2-2 0 0 0,1 0 0 0 0,1-8 0 0 0,3-8 0 0 0,2-1 0 0 0,1-4 0 0 0,-6 10 0 0 0,-2-1 0 0 0,1-4 0 0 0,2-14 0 0 0,2 0 0 0 0,-5-3 0 0 0,-1 6 0 0 0,1-7 0 0 0,3 4 0 0 0,2-1 0 0 0,2-1 0 0 0,2 6 0 0 0,-7 7 0 0 0,-2 1 0 0 0,2-3 0 0 0,1 3 0 0 0,2 4 0 0 0,2 6 0 0 0,1 5 0 0 0,2 4 0 0 0,0-5 0 0 0,0-2 0 0 0,-7 9 0 0 0,-2 5 0 0 0,0 1 0 0 0,2 14 0 0 0,1 20 0 0 0,3 23 0 0 0,1 25 0 0 0,2 33 0 0 0,0 11 0 0 0,0 12 0 0 0,0 4 0 0 0,1 14 0 0 0,-1 1 0 0 0,8 9 0 0 0,2-9 0 0 0,6-4 0 0 0,1-13 0 0 0,-2 12 0 0 0,-4-7 0 0 0,3 9 0 0 0,7-1 0 0 0,0 38 0 0 0,3 7 0 0 0,-2 21 0 0 0,3 2 0 0 0,-4-2 0 0 0,-5-2 0 0 0,-5-10 0 0 0,-4-26 0 0 0,-4-30 0 0 0,-2-6 0 0 0,-2-13 0 0 0,0-15 0 0 0,0-14 0 0 0,0-25 0 0 0,1-27 0 0 0,-1-31 0 0 0,1-18 0 0 0,-7-12 0 0 0,-3-4 0 0 0,1 0 0 0 0,-6 0 0 0 0,0 3 0 0 0,2 2 0 0 0,4-6 0 0 0,-4 6 0 0 0,0 5 0 0 0,-5 1 0 0 0,0 0 0 0 0,4-6 0 0 0,4-4 0 0 0,4-15 0 0 0,-5-17 0 0 0,0-3 0 0 0,2-8 0 0 0,-6 5 0 0 0,1-13 0 0 0,2 5 0 0 0,4 4 0 0 0,2 10 0 0 0,-11-2 0 0 0,-4-2 0 0 0,2 0 0 0 0,5 7 0 0 0,4 3 0 0 0,4-8 0 0 0,3 4 0 0 0,2 8 0 0 0,1 9 0 0 0,-7 16 0 0 0,-9 15 0 0 0,-9 14 0 0 0,-8 18 0 0 0,2 15 0 0 0,5 21 0 0 0,9 11 0 0 0,6 6 0 0 0,5 0 0 0 0,4 0 0 0 0,2-3 0 0 0,1-1 0 0 0,0-3 0 0 0,8-8 0 0 0,2-3 0 0 0,-1-1 0 0 0,5 2 0 0 0,0 2 0 0 0,-2 3 0 0 0,3-7 0 0 0,0 0 0 0 0,11-7 0 0 0,1 0 0 0 0,4-5 0 0 0,-5 2 0 0 0,-6 11 0 0 0,1 0 0 0 0,-4 2 0 0 0,2-6 0 0 0,6-7 0 0 0,-3-23 0 0 0,-4-19 0 0 0,2-12 0 0 0,-3-10 0 0 0,-5-4 0 0 0,-4-2 0 0 0,-4 0 0 0 0,-2 0 0 0 0,-3 1 0 0 0,0 1 0 0 0,-1 1 0 0 0,0 1 0 0 0,0 0 0 0 0,1 0 0 0 0,-8 8 0 0 0,-2 16 0 0 0,1 27 0 0 0,1 19 0 0 0,3 27 0 0 0,2 18 0 0 0,-6 20 0 0 0,-2 8 0 0 0,2 31 0 0 0,2 8 0 0 0,2 24 0 0 0,2-1 0 0 0,2 1 0 0 0,0-20 0 0 0,1 2 0 0 0,1-16 0 0 0,-1-8 0 0 0,1-10 0 0 0,-1-2 0 0 0,0-13 0 0 0,0-7 0 0 0,0-12 0 0 0,0-12 0 0 0,0-9 0 0 0,0-22 0 0 0,0-24 0 0 0,0-21 0 0 0,0-15 0 0 0,0-12 0 0 0,0-6 0 0 0,0-2 0 0 0,0-9 0 0 0,0-9 0 0 0,0-2 0 0 0,0 4 0 0 0,0 5 0 0 0,0-10 0 0 0,0 0 0 0 0,0 3 0 0 0,0 6 0 0 0,0 5 0 0 0,0 4 0 0 0,0 3 0 0 0,0 3 0 0 0,0 1 0 0 0,0 0 0 0 0,0 0 0 0 0,0 0 0 0 0,-7 0 0 0 0,-3-1 0 0 0,1 1 0 0 0,2-1 0 0 0,-6 7 0 0 0,-7 10 0 0 0,-1 17 0 0 0,4 24 0 0 0,4 17 0 0 0,5 32 0 0 0,3 13 0 0 0,3 15 0 0 0,2 13 0 0 0,0 5 0 0 0,1-4 0 0 0,0-11 0 0 0,0-7 0 0 0,-1-12 0 0 0,1-4 0 0 0,-1-7 0 0 0,0-7 0 0 0,0-6 0 0 0,0-5 0 0 0,0-3 0 0 0,0-2 0 0 0,0 0 0 0 0,0-1 0 0 0,0 8 0 0 0,0 3 0 0 0,0-1 0 0 0,0-1 0 0 0,7-9 0 0 0,3-4 0 0 0,6-2 0 0 0,9-6 0 0 0,-1-16 0 0 0,-4-17 0 0 0,-6-22 0 0 0,-4-22 0 0 0,-5-39 0 0 0,-3-48 0 0 0,-2-16 0 0 0,0-5 0 0 0,-2 11 0 0 0,1 0 0 0 0,1 10 0 0 0,-8 6 0 0 0,-2 18 0 0 0,0-16 0 0 0,-5-8 0 0 0,0 4 0 0 0,-5-12 0 0 0,1 11 0 0 0,4 13 0 0 0,5 20 0 0 0,3-3 0 0 0,-11 2 0 0 0,-3 10 0 0 0,2 6 0 0 0,5 10 0 0 0,-3 18 0 0 0,2 10 0 0 0,-5 14 0 0 0,-5 12 0 0 0,1 17 0 0 0,-3 16 0 0 0,-3 13 0 0 0,2 10 0 0 0,0 12 0 0 0,4 14 0 0 0,6 10 0 0 0,6 1 0 0 0,5 2 0 0 0,4 3 0 0 0,3 17 0 0 0,0 1 0 0 0,2 12 0 0 0,6-5 0 0 0,10 17 0 0 0,2 3 0 0 0,4 38 0 0 0,14 14 0 0 0,6 14 0 0 0,12 11 0 0 0,-5 0 0 0 0,-3-18 0 0 0,-3-4 0 0 0,-9-18 0 0 0,-10-14 0 0 0,-3-25 0 0 0,-5-11 0 0 0,2-16 0 0 0,-3-18 0 0 0,-4-14 0 0 0,-4-10 0 0 0,-4-7 0 0 0,-2-4 0 0 0,4-9 0 0 0,3-2 0 0 0,6-14 0 0 0,0-16 0 0 0,-2-24 0 0 0,-4-14 0 0 0,4-9 0 0 0,-1-25 0 0 0,-2-22 0 0 0,4-10 0 0 0,0-16 0 0 0,-3 4 0 0 0,-4-6 0 0 0,5 2 0 0 0,0-14 0 0 0,4 0 0 0 0,1 2 0 0 0,3-14 0 0 0,6-11 0 0 0,-2 7 0 0 0,17-30 0 0 0,9 2 0 0 0,3-28 0 0 0,6 7 0 0 0,1 0 0 0 0,-3 20 0 0 0,4 11 0 0 0,-10 27 0 0 0,-13 15 0 0 0,-13 23 0 0 0,-11 5 0 0 0,-8 14 0 0 0,-5 13 0 0 0,-4 11 0 0 0,-7 16 0 0 0,-11 16 0 0 0,-16 19 0 0 0,-16 34 0 0 0,0 19 0 0 0,2 10 0 0 0,9 3 0 0 0,5 6 0 0 0,1 8 0 0 0,6-2 0 0 0,8 2 0 0 0,1 11 0 0 0,3-1 0 0 0,5-7 0 0 0,5-1 0 0 0,2 1 0 0 0,4-5 0 0 0,0-6 0 0 0,2-8 0 0 0,0-4 0 0 0,0-5 0 0 0,-1-2 0 0 0,1-2 0 0 0,-1 14 0 0 0,1 5 0 0 0,-1-1 0 0 0,0-10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23478 10954 16383 0 0,'-7'-8'0'0'0,"-10"-9"0"0"0,-9-2 0 0 0,-1-5 0 0 0,5-5 0 0 0,6-6 0 0 0,-1 3 0 0 0,1 1 0 0 0,-3 4 0 0 0,-6 8 0 0 0,2-1 0 0 0,-4 3 0 0 0,-10 5 0 0 0,-7 4 0 0 0,4 11 0 0 0,8 12 0 0 0,26 11 0 0 0,12 8 0 0 0,13-1 0 0 0,11 0 0 0 0,0 3 0 0 0,2-6 0 0 0,-4-7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23211 10889 16383 0 0,'0'7'0'0'0,"0"10"0"0"0,0 9 0 0 0,0 8 0 0 0,7-10 0 0 0,3-15 0 0 0,-1-18 0 0 0,-1-13 0 0 0,4-4 0 0 0,1-5 0 0 0,-2-4 0 0 0,-2-3 0 0 0,-4-3 0 0 0,-2-2 0 0 0,-2 0 0 0 0,-1-1 0 0 0,0-7 0 0 0,0-2 0 0 0,-1 22 0 0 0,1 24 0 0 0,-8 13 0 0 0,-2 13 0 0 0,1 10 0 0 0,1 8 0 0 0,3 5 0 0 0,1 2 0 0 0,3 2 0 0 0,0-1 0 0 0,1 0 0 0 0,0 0 0 0 0,1-1 0 0 0,-1-1 0 0 0,1-14 0 0 0,-1-20 0 0 0,0-19 0 0 0,0-15 0 0 0,0-10 0 0 0,0-7 0 0 0,0-3 0 0 0,0-2 0 0 0,0 1 0 0 0,0 0 0 0 0,0 1 0 0 0,0-7 0 0 0,0-2 0 0 0,0 2 0 0 0,0 2 0 0 0,0 1 0 0 0,0 3 0 0 0,0 2 0 0 0,0 0 0 0 0,0-6 0 0 0,0 13 0 0 0,-7 12 0 0 0,-3 17 0 0 0,1 19 0 0 0,-6 13 0 0 0,0 11 0 0 0,-5-1 0 0 0,1 1 0 0 0,4 2 0 0 0,4 2 0 0 0,4 9 0 0 0,4 4 0 0 0,1 0 0 0 0,10-9 0 0 0,2-19 0 0 0,0-28 0 0 0,-2-21 0 0 0,6-5 0 0 0,-1-6 0 0 0,6 3 0 0 0,-1 1 0 0 0,-4-2 0 0 0,4 4 0 0 0,-1 1 0 0 0,-5 12 0 0 0,-3 17 0 0 0,-3 15 0 0 0,-4 12 0 0 0,-1 17 0 0 0,-1 8 0 0 0,0 2 0 0 0,-1-1 0 0 0,0-1 0 0 0,1-4 0 0 0,-1-1 0 0 0,8-9 0 0 0,3-4 0 0 0,6-8 0 0 0,9-8 0 0 0,6 0 0 0 0,6-3 0 0 0,4-4 0 0 0,17 18 0 0 0,13 4 0 0 0,1 4 0 0 0,4 3 0 0 0,3-6 0 0 0,-4-1 0 0 0,-8 9 0 0 0,-8-4 0 0 0,-7 0 0 0 0,-5-7 0 0 0,-2-8 0 0 0,-10-2 0 0 0,-4-3 0 0 0,9-6 0 0 0,-11-4 0 0 0,-10-4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19208 12502 16383 0 0,'7'0'0'0'0,"10"0"0"0"0,16 0 0 0 0,11-7 0 0 0,4-3 0 0 0,9-6 0 0 0,2-2 0 0 0,-1 4 0 0 0,-4 3 0 0 0,-4 4 0 0 0,-3 3 0 0 0,-2 2 0 0 0,-16 2 0 0 0,-20 0 0 0 0,-19 1 0 0 0,-15 0 0 0 0,-11-1 0 0 0,-13 1 0 0 0,-7-8 0 0 0,0-3 0 0 0,9-6 0 0 0,6-1 0 0 0,9-5 0 0 0,3 1 0 0 0,-1 5 0 0 0,-3 5 0 0 0,-2 3 0 0 0,-4 5 0 0 0,-1 1 0 0 0,-2 10 0 0 0,-1 2 0 0 0,0 0 0 0 0,6-9 0 0 0,18-4 0 0 0,12-10 0 0 0,14-2 0 0 0,13 1 0 0 0,11 3 0 0 0,7 4 0 0 0,5 3 0 0 0,2 1 0 0 0,0 3 0 0 0,1 0 0 0 0,-1 0 0 0 0,-1 1 0 0 0,8 0 0 0 0,-6-8 0 0 0,-4-3 0 0 0,-8-13 0 0 0,-25-4 0 0 0,-21 3 0 0 0,-16 6 0 0 0,-10 6 0 0 0,-7 4 0 0 0,-2 5 0 0 0,-1 2 0 0 0,1 1 0 0 0,1 1 0 0 0,0 7 0 0 0,2 3 0 0 0,8 7 0 0 0,2-1 0 0 0,8 5 0 0 0,1-1 0 0 0,11-5 0 0 0,16-4 0 0 0,15-12 0 0 0,11-6 0 0 0,9-2 0 0 0,-2-7 0 0 0,0-1 0 0 0,2 3 0 0 0,1 2 0 0 0,2 5 0 0 0,2 2 0 0 0,0 2 0 0 0,8 2 0 0 0,3 0 0 0 0,0 1 0 0 0,-3-1 0 0 0,-1 1 0 0 0,-3-1 0 0 0,-1 1 0 0 0,-1-1 0 0 0,-1 0 0 0 0,-1 0 0 0 0,-6 7 0 0 0,-18 3 0 0 0,-19-1 0 0 0,-9 6 0 0 0,-10 0 0 0 0,-9-3 0 0 0,-8-2 0 0 0,-3-4 0 0 0,4 4 0 0 0,1 1 0 0 0,-1-1 0 0 0,6 4 0 0 0,-6 1 0 0 0,-5-3 0 0 0,4 3 0 0 0,2 1 0 0 0,0-4 0 0 0,5 4 0 0 0,15-1 0 0 0,10-10 0 0 0,14-6 0 0 0,4-10 0 0 0,16-11 0 0 0,9-1 0 0 0,-1-4 0 0 0,0-5 0 0 0,-6-12 0 0 0,-1 2 0 0 0,1 8 0 0 0,4 3 0 0 0,2 6 0 0 0,2 8 0 0 0,10 6 0 0 0,-11 20 0 0 0,-13 16 0 0 0,-17 10 0 0 0,-17 8 0 0 0,-8 2 0 0 0,-7-5 0 0 0,-1-3 0 0 0,-2-7 0 0 0,-5-9 0 0 0,4-1 0 0 0,-1-4 0 0 0,4 3 0 0 0,0-1 0 0 0,3 2 0 0 0,-8-1 0 0 0,-8-4 0 0 0,-3-5 0 0 0,-3-4 0 0 0,7-10 0 0 0,16-5 0 0 0,19-8 0 0 0,25-1 0 0 0,16 3 0 0 0,1-4 0 0 0,1 2 0 0 0,-7-4 0 0 0,-1-6 0 0 0,1 2 0 0 0,1 6 0 0 0,3-2 0 0 0,2 2 0 0 0,1-1 0 0 0,2 1 0 0 0,0 4 0 0 0,-7-9 0 0 0,-3-2 0 0 0,1 5 0 0 0,2 5 0 0 0,2 6 0 0 0,2 4 0 0 0,-6 11 0 0 0,-9 11 0 0 0,-8 11 0 0 0,-15 0 0 0 0,-8 4 0 0 0,-9-4 0 0 0,-3 0 0 0 0,2-11 0 0 0,-4-8 0 0 0,2-13 0 0 0,3-13 0 0 0,5-18 0 0 0,4-11 0 0 0,3-3 0 0 0,2-2 0 0 0,1 16 0 0 0,-7 14 0 0 0,-1 18 0 0 0,-8 10 0 0 0,-1 18 0 0 0,-4 5 0 0 0,1 5 0 0 0,3 4 0 0 0,-1-4 0 0 0,1-1 0 0 0,4 1 0 0 0,4 2 0 0 0,4 3 0 0 0,2 1 0 0 0,2 2 0 0 0,2 1 0 0 0,-1-15 0 0 0,1-18 0 0 0,0-20 0 0 0,7-6 0 0 0,2-10 0 0 0,7 1 0 0 0,0-3 0 0 0,-3-4 0 0 0,5 4 0 0 0,5-1 0 0 0,-2-3 0 0 0,4 4 0 0 0,4 7 0 0 0,-3-8 0 0 0,-13 9 0 0 0,-9 14 0 0 0,-13 17 0 0 0,-12 5 0 0 0,-3 8 0 0 0,-5 0 0 0 0,-4-5 0 0 0,-5-5 0 0 0,-3 2 0 0 0,5 6 0 0 0,2-1 0 0 0,13-4 0 0 0,17-5 0 0 0,17-11 0 0 0,14-14 0 0 0,8-5 0 0 0,6 2 0 0 0,3 2 0 0 0,1 5 0 0 0,1 3 0 0 0,6 2 0 0 0,1 3 0 0 0,0 1 0 0 0,-3 1 0 0 0,-10-8 0 0 0,-12-9 0 0 0,-18-2 0 0 0,-18 1 0 0 0,-23 5 0 0 0,-13 3 0 0 0,0 12 0 0 0,1 4 0 0 0,7 9 0 0 0,2 1 0 0 0,7 6 0 0 0,8 5 0 0 0,14-8 0 0 0,8-16 0 0 0,10-8 0 0 0,18-4 0 0 0,3-7 0 0 0,3-1 0 0 0,3 1 0 0 0,1 4 0 0 0,1 4 0 0 0,0 3 0 0 0,-14 2 0 0 0,-19 9 0 0 0,-12 10 0 0 0,-13 3 0 0 0,-3 4 0 0 0,-6-1 0 0 0,0 3 0 0 0,-2-3 0 0 0,10-6 0 0 0,16-6 0 0 0,14-4 0 0 0,20-4 0 0 0,19-2 0 0 0,7 6 0 0 0,1 2 0 0 0,-2-1 0 0 0,-5-1 0 0 0,-3-3 0 0 0,3-1 0 0 0,1-2 0 0 0,-3 0 0 0 0,-9 6 0 0 0,-5 3 0 0 0,-2 6 0 0 0,0 0 0 0 0,10 6 0 0 0,3 13 0 0 0,15 15 0 0 0,5 7 0 0 0,4 0 0 0 0,-2-1 0 0 0,8 3 0 0 0,-1 0 0 0 0,-8 4 0 0 0,-7-1 0 0 0,-8-12 0 0 0,-6-6 0 0 0,-4-11 0 0 0,-16-19 0 0 0,-14-25 0 0 0,-10-12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23288 10336 16383 0 0,'-7'0'0'0'0,"-10"0"0"0"0,-10 0 0 0 0,1-8 0 0 0,4-9 0 0 0,6-9 0 0 0,6-7 0 0 0,11 1 0 0 0,14 7 0 0 0,3-1 0 0 0,7 6 0 0 0,6 5 0 0 0,-2-2 0 0 0,-7-6 0 0 0,1-12 0 0 0,4-2 0 0 0,5 7 0 0 0,3 7 0 0 0,4 9 0 0 0,10 6 0 0 0,3 4 0 0 0,1 3 0 0 0,-2 10 0 0 0,-9 2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23388 9838 16383 0 0,'0'8'0'0'0,"-7"1"0"0"0,-10 1 0 0 0,-9-3 0 0 0,0-9 0 0 0,4-12 0 0 0,-2-3 0 0 0,-3 1 0 0 0,-5 3 0 0 0,-4 4 0 0 0,4-3 0 0 0,7-8 0 0 0,8-7 0 0 0,15 0 0 0 0,14 6 0 0 0,13 5 0 0 0,9 7 0 0 0,6 4 0 0 0,-3 10 0 0 0,-9 12 0 0 0,-1 2 0 0 0,-5 7 0 0 0,-7 4 0 0 0,2 6 0 0 0,-3 4 0 0 0,5-6 0 0 0,-2 0 0 0 0,-4 1 0 0 0,-3 1 0 0 0,-4 3 0 0 0,-10-6 0 0 0,-5-16 0 0 0,0-18 0 0 0,1-15 0 0 0,1-14 0 0 0,-4-1 0 0 0,-1-2 0 0 0,2-3 0 0 0,-5-3 0 0 0,-7 5 0 0 0,0 16 0 0 0,4 18 0 0 0,4 17 0 0 0,6 12 0 0 0,4 9 0 0 0,2 5 0 0 0,1 3 0 0 0,2 0 0 0 0,0 8 0 0 0,0 1 0 0 0,0-1 0 0 0,7-10 0 0 0,2-5 0 0 0,-1-1 0 0 0,6-1 0 0 0,7-6 0 0 0,0-2 0 0 0,-3 3 0 0 0,2-5 0 0 0,-3 0 0 0 0,-4 3 0 0 0,-5 4 0 0 0,-3 3 0 0 0,-3 3 0 0 0,-3 2 0 0 0,0 1 0 0 0,-1 0 0 0 0,0 8 0 0 0,1 2 0 0 0,-1 0 0 0 0,1-2 0 0 0,-1-3 0 0 0,1-1 0 0 0,0-3 0 0 0,0 0 0 0 0,0 6 0 0 0,-7-5 0 0 0,-10-10 0 0 0,-9-12 0 0 0,-8-16 0 0 0,2-17 0 0 0,0-6 0 0 0,4-9 0 0 0,8-7 0 0 0,7-5 0 0 0,5-3 0 0 0,5 11 0 0 0,10 19 0 0 0,3 18 0 0 0,1 15 0 0 0,-2 18 0 0 0,-3 10 0 0 0,-2 3 0 0 0,-1 0 0 0 0,5-10 0 0 0,2-4 0 0 0,6-9 0 0 0,1-4 0 0 0,-3 3 0 0 0,-11-5 0 0 0,-13-7 0 0 0,-13-6 0 0 0,-1-12 0 0 0,2-14 0 0 0,-2-4 0 0 0,3-7 0 0 0,6-6 0 0 0,4-5 0 0 0,12 4 0 0 0,13 6 0 0 0,12 16 0 0 0,8 17 0 0 0,6 14 0 0 0,3 11 0 0 0,-5 7 0 0 0,-2-2 0 0 0,-8 6 0 0 0,-7 4 0 0 0,-1-7 0 0 0,-4-2 0 0 0,3-1 0 0 0,-2 1 0 0 0,4 1 0 0 0,5-6 0 0 0,-2-1 0 0 0,-4 1 0 0 0,8 10 0 0 0,7-3 0 0 0,-2-1 0 0 0,-7 1 0 0 0,-8 0 0 0 0,0-6 0 0 0,-3-2 0 0 0,4-6 0 0 0,-2-1 0 0 0,4 3 0 0 0,-2 5 0 0 0,-5 10 0 0 0,-3 6 0 0 0,2-6 0 0 0,0-3 0 0 0,-2 0 0 0 0,-4-1 0 0 0,-2 1 0 0 0,-3-6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23415 10901 16383 0 0,'-7'0'0'0'0,"-3"7"0"0"0,-6 3 0 0 0,-9-1 0 0 0,-6-1 0 0 0,1 4 0 0 0,-1 1 0 0 0,5 5 0 0 0,6 8 0 0 0,0-2 0 0 0,3 3 0 0 0,4-11 0 0 0,12-7 0 0 0,14-6 0 0 0,4 4 0 0 0,-1 15 0 0 0,-3 12 0 0 0,-3 7 0 0 0,-4 3 0 0 0,4 3 0 0 0,1-1 0 0 0,-2 1 0 0 0,-2-2 0 0 0,5-8 0 0 0,-7-10 0 0 0,-4-17 0 0 0,-3-18 0 0 0,0-14 0 0 0,0-12 0 0 0,-8 1 0 0 0,-1-1 0 0 0,1-3 0 0 0,-5 5 0 0 0,-1-6 0 0 0,4 10 0 0 0,3 18 0 0 0,3 17 0 0 0,2 15 0 0 0,3 11 0 0 0,1 7 0 0 0,0 5 0 0 0,1 1 0 0 0,0 8 0 0 0,-1 1 0 0 0,1 0 0 0 0,-1-3 0 0 0,7-10 0 0 0,3-5 0 0 0,-1-2 0 0 0,-1 1 0 0 0,-3 2 0 0 0,-2 8 0 0 0,-1 4 0 0 0,-1 1 0 0 0,-1-1 0 0 0,-1-1 0 0 0,1-3 0 0 0,0-1 0 0 0,7 6 0 0 0,2 2 0 0 0,0-1 0 0 0,-2-2 0 0 0,-1-2 0 0 0,-3-2 0 0 0,-1-2 0 0 0,6-15 0 0 0,9-13 0 0 0,9-9 0 0 0,0-13 0 0 0,3-12 0 0 0,3-12 0 0 0,5-7 0 0 0,2-12 0 0 0,10-5 0 0 0,11 0 0 0 0,16 1 0 0 0,4 10 0 0 0,39 5 0 0 0,13 1 0 0 0,29 0 0 0 0,8 7 0 0 0,35 7 0 0 0,18 9 0 0 0,1 6 0 0 0,-16 5 0 0 0,-6 2 0 0 0,-30 9 0 0 0,-23 11 0 0 0,-29 1 0 0 0,-27 6 0 0 0,-15-3 0 0 0,-13 3 0 0 0,-17 4 0 0 0,-10-3 0 0 0,-11 1 0 0 0,-10-12 0 0 0,-15-8 0 0 0,-22-5 0 0 0,-22-4 0 0 0,-19-1 0 0 0,-5-1 0 0 0,-7 1 0 0 0,-12 0 0 0 0,-28 15 0 0 0,-9 6 0 0 0,-28-1 0 0 0,-2 4 0 0 0,2-2 0 0 0,6 4 0 0 0,5-4 0 0 0,12-4 0 0 0,13 3 0 0 0,-3-3 0 0 0,4 4 0 0 0,6-2 0 0 0,23 3 0 0 0,17-1 0 0 0,6 3 0 0 0,-8 4 0 0 0,1 6 0 0 0,4 11 0 0 0,6 6 0 0 0,6-6 0 0 0,12-3 0 0 0,13-1 0 0 0,18-8 0 0 0,11-9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20020 12192 16383 0 0,'0'8'0'0'0,"7"1"0"0"0,10 1 0 0 0,2-10 0 0 0,5-5 0 0 0,6-1 0 0 0,5 1 0 0 0,4 0 0 0 0,10 2 0 0 0,3 1 0 0 0,-6 8 0 0 0,-4 3 0 0 0,-2 0 0 0 0,-1-1 0 0 0,1-2 0 0 0,1-3 0 0 0,0-1 0 0 0,1-1 0 0 0,1-1 0 0 0,0 0 0 0 0,-1 7 0 0 0,1 2 0 0 0,1 0 0 0 0,-1-2 0 0 0,0-2 0 0 0,-8 6 0 0 0,6 0 0 0 0,2-1 0 0 0,-5 5 0 0 0,-3 0 0 0 0,1-3 0 0 0,1-3 0 0 0,1-4 0 0 0,2-2 0 0 0,2-1 0 0 0,8-2 0 0 0,2-1 0 0 0,1 1 0 0 0,-10 6 0 0 0,-4 4 0 0 0,-2-1 0 0 0,0-2 0 0 0,2-2 0 0 0,0-2 0 0 0,2-1 0 0 0,1-1 0 0 0,1-1 0 0 0,-1-1 0 0 0,2 1 0 0 0,-1 0 0 0 0,0-1 0 0 0,0 1 0 0 0,7 0 0 0 0,3 0 0 0 0,-1 0 0 0 0,-1 0 0 0 0,-3 0 0 0 0,-2 0 0 0 0,-1 0 0 0 0,-2 0 0 0 0,7 0 0 0 0,3 0 0 0 0,-2 0 0 0 0,-8-7 0 0 0,-5-3 0 0 0,-1 1 0 0 0,0 1 0 0 0,1 3 0 0 0,9 2 0 0 0,4 1 0 0 0,0 1 0 0 0,-1 1 0 0 0,-9-7 0 0 0,-5-2 0 0 0,0 0 0 0 0,0 2 0 0 0,2 2 0 0 0,-6-6 0 0 0,7 0 0 0 0,3 1 0 0 0,3 3 0 0 0,0 2 0 0 0,0 2 0 0 0,0 1 0 0 0,-1 2 0 0 0,-8-7 0 0 0,-2-2 0 0 0,7 0 0 0 0,-3-6 0 0 0,-1 1 0 0 0,-6-6 0 0 0,-2 1 0 0 0,2-3 0 0 0,2-6 0 0 0,-10 2 0 0 0,-18 6 0 0 0,-16 6 0 0 0,-7 13 0 0 0,-14 6 0 0 0,-10 2 0 0 0,3 8 0 0 0,8 9 0 0 0,9 6 0 0 0,23 0 0 0 0,18-7 0 0 0,14-6 0 0 0,8-7 0 0 0,5-4 0 0 0,1-4 0 0 0,1-2 0 0 0,-16-1 0 0 0,-20 0 0 0 0,-20 0 0 0 0,-15 0 0 0 0,-12 0 0 0 0,-14 0 0 0 0,-6 1 0 0 0,-1 0 0 0 0,2 0 0 0 0,2 0 0 0 0,4 0 0 0 0,1 0 0 0 0,17 0 0 0 0,21 0 0 0 0,12-7 0 0 0,12-3 0 0 0,11 1 0 0 0,2-6 0 0 0,-12 0 0 0 0,-16 3 0 0 0,-15 2 0 0 0,-12 4 0 0 0,-9 3 0 0 0,-13 2 0 0 0,-6 0 0 0 0,0 2 0 0 0,2-1 0 0 0,2 1 0 0 0,18 0 0 0 0,13 6 0 0 0,19 18 0 0 0,16 11 0 0 0,13 0 0 0 0,9-7 0 0 0,5-7 0 0 0,11-9 0 0 0,-12-5 0 0 0,-19-5 0 0 0,-15-17 0 0 0,-14-7 0 0 0,-14 1 0 0 0,-11 4 0 0 0,0-4 0 0 0,-1 3 0 0 0,-3 4 0 0 0,12 4 0 0 0,10 18 0 0 0,15 7 0 0 0,14 2 0 0 0,13 4 0 0 0,8-1 0 0 0,12-4 0 0 0,7-5 0 0 0,-1-5 0 0 0,-8-18 0 0 0,-19-14 0 0 0,-22-3 0 0 0,-12 17 0 0 0,-5 19 0 0 0,1 15 0 0 0,1 10 0 0 0,2 8 0 0 0,3 4 0 0 0,3 1 0 0 0,0 8 0 0 0,2 1 0 0 0,1 0 0 0 0,-1-3 0 0 0,1-3 0 0 0,-1-10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20217 12100 16383 0 0,'-8'0'0'0'0,"-9"0"0"0"0,-2 8 0 0 0,-5 1 0 0 0,2 8 0 0 0,4 7 0 0 0,13 1 0 0 0,14-5 0 0 0,13-6 0 0 0,11-5 0 0 0,6-4 0 0 0,-4-10 0 0 0,1-4 0 0 0,0-1 0 0 0,2 1 0 0 0,2 3 0 0 0,1 2 0 0 0,9 1 0 0 0,2 2 0 0 0,0 1 0 0 0,-1 0 0 0 0,-3 1 0 0 0,-1-1 0 0 0,-2 1 0 0 0,-1-1 0 0 0,-1 0 0 0 0,-8 7 0 0 0,-2 3 0 0 0,0-1 0 0 0,2-1 0 0 0,2-3 0 0 0,3-2 0 0 0,1-1 0 0 0,1-1 0 0 0,8-1 0 0 0,3 0 0 0 0,0-1 0 0 0,-10 8 0 0 0,-4 2 0 0 0,-2 0 0 0 0,1-1 0 0 0,0-3 0 0 0,2-2 0 0 0,8-1 0 0 0,3-1 0 0 0,1-1 0 0 0,-2-1 0 0 0,-1 1 0 0 0,-3 0 0 0 0,-1-1 0 0 0,6 1 0 0 0,2 0 0 0 0,-1 0 0 0 0,-2 0 0 0 0,-2 0 0 0 0,-2 0 0 0 0,-2 0 0 0 0,-1 0 0 0 0,8 0 0 0 0,1 0 0 0 0,0 0 0 0 0,-2-7 0 0 0,-3-3 0 0 0,-1 1 0 0 0,-1 1 0 0 0,-1 3 0 0 0,6 2 0 0 0,2 1 0 0 0,0 1 0 0 0,-2 1 0 0 0,-2 0 0 0 0,-2 1 0 0 0,-2-1 0 0 0,7 1 0 0 0,2-1 0 0 0,-2 0 0 0 0,-1 0 0 0 0,-2 0 0 0 0,-2 0 0 0 0,-1 0 0 0 0,-2 0 0 0 0,7 0 0 0 0,-5 0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24218 12737 16383 0 0,'-7'0'0'0'0,"-10"0"0"0"0,-10 0 0 0 0,-6 0 0 0 0,-6 0 0 0 0,-4 0 0 0 0,-1 0 0 0 0,-8 7 0 0 0,-2 3 0 0 0,0-1 0 0 0,3-1 0 0 0,9-10 0 0 0,12-12 0 0 0,12-11 0 0 0,8-8 0 0 0,6-6 0 0 0,4-3 0 0 0,1-3 0 0 0,2 0 0 0 0,-1 0 0 0 0,0 0 0 0 0,-1 1 0 0 0,0 0 0 0 0,7 8 0 0 0,2 3 0 0 0,6 7 0 0 0,1 0 0 0 0,-2-2 0 0 0,10-12 0 0 0,1-5 0 0 0,-3-3 0 0 0,-7-1 0 0 0,-12 9 0 0 0,-15 10 0 0 0,-5 18 0 0 0,-7 11 0 0 0,0 13 0 0 0,-4 19 0 0 0,4 12 0 0 0,-2-2 0 0 0,-4-8 0 0 0,2-2 0 0 0,0-6 0 0 0,-4 0 0 0 0,4 2 0 0 0,-9-2 0 0 0,3 1 0 0 0,-1-4 0 0 0,5 2 0 0 0,8 4 0 0 0,0-2 0 0 0,-3-7 0 0 0,1-13 0 0 0,6-15 0 0 0,5-13 0 0 0,12-10 0 0 0,14 0 0 0 0,3-2 0 0 0,15 5 0 0 0,8 8 0 0 0,5 0 0 0 0,3-12 0 0 0,-1 1 0 0 0,0 5 0 0 0,-8 15 0 0 0,-12 16 0 0 0,-9 16 0 0 0,-8 11 0 0 0,-13 7 0 0 0,-14-2 0 0 0,-10-7 0 0 0,-2-2 0 0 0,-2-5 0 0 0,-11 1 0 0 0,1 3 0 0 0,2-2 0 0 0,-1-5 0 0 0,-1-6 0 0 0,-1-5 0 0 0,0-4 0 0 0,0-3 0 0 0,-8-1 0 0 0,-3-1 0 0 0,1-1 0 0 0,1 1 0 0 0,3 1 0 0 0,9-8 0 0 0,19-2 0 0 0,12-7 0 0 0,8-8 0 0 0,11 1 0 0 0,4-3 0 0 0,6 3 0 0 0,15 5 0 0 0,8 7 0 0 0,4 4 0 0 0,1 5 0 0 0,0 2 0 0 0,-2 1 0 0 0,-8 8 0 0 0,-11 11 0 0 0,-18 1 0 0 0,-17-3 0 0 0,-8 4 0 0 0,-9-3 0 0 0,-7-3 0 0 0,-13 2 0 0 0,-7-1 0 0 0,-1 11 0 0 0,0 0 0 0 0,2-3 0 0 0,2-7 0 0 0,3-5 0 0 0,0-6 0 0 0,-6 5 0 0 0,-9-1 0 0 0,-1 6 0 0 0,2 0 0 0 0,3-3 0 0 0,5-3 0 0 0,3 4 0 0 0,-4-1 0 0 0,-1-3 0 0 0,1-2 0 0 0,2-3 0 0 0,3-2 0 0 0,1-2 0 0 0,2-1 0 0 0,1-1 0 0 0,-7 1 0 0 0,-2 7 0 0 0,0 2 0 0 0,2 0 0 0 0,2 5 0 0 0,2 1 0 0 0,2-2 0 0 0,-7 3 0 0 0,-2 0 0 0 0,1-4 0 0 0,2-3 0 0 0,3-3 0 0 0,1-3 0 0 0,1-2 0 0 0,2-1 0 0 0,-7-1 0 0 0,-3 1 0 0 0,2-1 0 0 0,1 1 0 0 0,2-1 0 0 0,9-6 0 0 0,12-11 0 0 0,9-8 0 0 0,16-8 0 0 0,8-5 0 0 0,4-3 0 0 0,-1 13 0 0 0,-2 11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3T14:57:08.7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21255 12171 16383 0 0,'0'7'0'0'0,"7"25"0"0"0,3 21 0 0 0,-1 9 0 0 0,-1-7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2:30:39.9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42623 19899 16383 0 0,'-8'0'0'0'0,"-9"0"0"0"0,-17 0 0 0 0,-10 8 0 0 0,-27 2 0 0 0,-9 6 0 0 0,-13 2 0 0 0,2 4 0 0 0,9 6 0 0 0,-11 6 0 0 0,-5 4 0 0 0,7-4 0 0 0,-3-1 0 0 0,7 10 0 0 0,-4 4 0 0 0,7-6 0 0 0,1-2 0 0 0,9-1 0 0 0,9-6 0 0 0,1-2 0 0 0,-4 2 0 0 0,3-5 0 0 0,5 1 0 0 0,12-12 0 0 0,15-17 0 0 0,20-7 0 0 0,27-10 0 0 0,19-2 0 0 0,3-5 0 0 0,4 2 0 0 0,1-3 0 0 0,3 3 0 0 0,-8-1 0 0 0,-2 2 0 0 0,-6-1 0 0 0,-1 2 0 0 0,2-2 0 0 0,4 2 0 0 0,-4-2 0 0 0,1 3 0 0 0,2 5 0 0 0,-4-3 0 0 0,1 2 0 0 0,2-4 0 0 0,4 2 0 0 0,3-4 0 0 0,3-6 0 0 0,8 3 0 0 0,12-2 0 0 0,2-5 0 0 0,6 4 0 0 0,-2 0 0 0 0,2-4 0 0 0,-2 4 0 0 0,1-1 0 0 0,12-2 0 0 0,-1-4 0 0 0,-6 4 0 0 0,-8 0 0 0 0,-22 6 0 0 0,-27 6 0 0 0,-22 7 0 0 0,-11 13 0 0 0,-10 6 0 0 0,0 9 0 0 0,-3 3 0 0 0,-4 4 0 0 0,-11-1 0 0 0,-5-4 0 0 0,6 2 0 0 0,3-3 0 0 0,1-3 0 0 0,0-5 0 0 0,-1 3 0 0 0,0 8 0 0 0,-1 0 0 0 0,-1-3 0 0 0,7 2 0 0 0,3-1 0 0 0,-2 3 0 0 0,-1-1 0 0 0,-2 2 0 0 0,-2 6 0 0 0,13-3 0 0 0,18-5 0 0 0,12-13 0 0 0,11-8 0 0 0,5-12 0 0 0,5-3 0 0 0,0-6 0 0 0,17 0 0 0 0,2-3 0 0 0,-7-5 0 0 0,-1 3 0 0 0,0 6 0 0 0,1-1 0 0 0,3 3 0 0 0,2-2 0 0 0,-7-6 0 0 0,-1 3 0 0 0,-6-3 0 0 0,-1 4 0 0 0,4-2 0 0 0,3 4 0 0 0,-12 4 0 0 0,-15 6 0 0 0,-18 13 0 0 0,-13 12 0 0 0,-10 12 0 0 0,-7 1 0 0 0,-3 4 0 0 0,-1-4 0 0 0,-1 1 0 0 0,-7-4 0 0 0,6 1 0 0 0,3-3 0 0 0,3-6 0 0 0,0 1 0 0 0,1-1 0 0 0,-1-4 0 0 0,7 4 0 0 0,2-1 0 0 0,0-4 0 0 0,-11-2 0 0 0,-4 3 0 0 0,-1 1 0 0 0,7-10 0 0 0,11-13 0 0 0,11-12 0 0 0,8-9 0 0 0,7-8 0 0 0,11 4 0 0 0,20 7 0 0 0,5 2 0 0 0,5 4 0 0 0,4-1 0 0 0,-6-4 0 0 0,0 3 0 0 0,-6-2 0 0 0,-1 3 0 0 0,3-9 0 0 0,3 0 0 0 0,4 7 0 0 0,10-1 0 0 0,-10 5 0 0 0,-19 5 0 0 0,-20 6 0 0 0,-9 19 0 0 0,-11 9 0 0 0,-1 7 0 0 0,3 9 0 0 0,-2-3 0 0 0,2 1 0 0 0,-2-5 0 0 0,2 1 0 0 0,-3-5 0 0 0,-5-7 0 0 0,3 3 0 0 0,-10-3 0 0 0,-6 3 0 0 0,4 6 0 0 0,1 7 0 0 0,6 4 0 0 0,1-3 0 0 0,-1-8 0 0 0,-4-8 0 0 0,4 1 0 0 0,0-3 0 0 0,-3-4 0 0 0,-2-4 0 0 0,-3-3 0 0 0,-3-2 0 0 0,6-9 0 0 0,9-11 0 0 0,16-2 0 0 0,10-5 0 0 0,12 2 0 0 0,12 4 0 0 0,8 6 0 0 0,8-2 0 0 0,3 1 0 0 0,-6-4 0 0 0,-1 0 0 0 0,-14 4 0 0 0,-11 12 0 0 0,-15 6 0 0 0,-7 9 0 0 0,-8 3 0 0 0,-2 6 0 0 0,-4 0 0 0 0,2 3 0 0 0,-2-3 0 0 0,2 2 0 0 0,-1-2 0 0 0,-5-6 0 0 0,-4-5 0 0 0,-5-4 0 0 0,-2-4 0 0 0,-3-2 0 0 0,7-9 0 0 0,9-10 0 0 0,17-3 0 0 0,17 4 0 0 0,15 3 0 0 0,11 5 0 0 0,7 3 0 0 0,5 4 0 0 0,2 1 0 0 0,-1 1 0 0 0,1 1 0 0 0,-1 0 0 0 0,-1 0 0 0 0,-8-8 0 0 0,-3-3 0 0 0,1-6 0 0 0,8-1 0 0 0,5 2 0 0 0,1 4 0 0 0,0 4 0 0 0,-1 3 0 0 0,-1 2 0 0 0,-2 2 0 0 0,0 0 0 0 0,14 1 0 0 0,11-1 0 0 0,2 1 0 0 0,-4-1 0 0 0,1 1 0 0 0,4-1 0 0 0,3 0 0 0 0,5 0 0 0 0,3 7 0 0 0,-6 3 0 0 0,-1 0 0 0 0,2-3 0 0 0,-6-2 0 0 0,-1 6 0 0 0,-4 1 0 0 0,15 5 0 0 0,8 8 0 0 0,4-1 0 0 0,0 11 0 0 0,0-1 0 0 0,4 16 0 0 0,-6 0 0 0 0,-4 13 0 0 0,-11-4 0 0 0,5 3 0 0 0,-5-2 0 0 0,-9-4 0 0 0,-8-3 0 0 0,-14 3 0 0 0,-16 7 0 0 0,-5 1 0 0 0,0-11 0 0 0,-5-7 0 0 0,-5-4 0 0 0,-5-2 0 0 0,-6 0 0 0 0,-2 0 0 0 0,-3 2 0 0 0,-1 0 0 0 0,0 0 0 0 0,-7-6 0 0 0,-10-10 0 0 0,-17-16 0 0 0,-24-11 0 0 0,-18-4 0 0 0,-9-2 0 0 0,-6 1 0 0 0,-16 0 0 0 0,2 3 0 0 0,-2 1 0 0 0,9 0 0 0 0,-8 2 0 0 0,7 0 0 0 0,13 0 0 0 0,6 0 0 0 0,10 1 0 0 0,10-1 0 0 0,7 0 0 0 0,6 0 0 0 0,3 0 0 0 0,10-7 0 0 0,3-3 0 0 0,8-7 0 0 0,7-8 0 0 0,6-7 0 0 0,6-5 0 0 0,11 3 0 0 0,4 0 0 0 0,8 6 0 0 0,1 1 0 0 0,-3-11 0 0 0,3 2 0 0 0,7-1 0 0 0,-3-1 0 0 0,-4-2 0 0 0,2 6 0 0 0,5 9 0 0 0,-3 2 0 0 0,-4-4 0 0 0,1-4 0 0 0,-2-4 0 0 0,-5-11 0 0 0,4 2 0 0 0,5-6 0 0 0,0-1 0 0 0,18-1 0 0 0,2 2 0 0 0,1 2 0 0 0,-6 2 0 0 0,-3 8 0 0 0,1 4 0 0 0,-5 0 0 0 0,-1-2 0 0 0,-6-9 0 0 0,-6-5 0 0 0,-6 7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2:30:39.9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37548 20190 16383 0 0,'15'-7'0'0'0,"12"-3"0"0"0,17-7 0 0 0,7 0 0 0 0,3-5 0 0 0,8 1 0 0 0,-1 4 0 0 0,-2-2 0 0 0,-4-5 0 0 0,-4-7 0 0 0,-11-4 0 0 0,-5 3 0 0 0,-8-8 0 0 0,-1 3 0 0 0,-5 1 0 0 0,1 6 0 0 0,-3 1 0 0 0,-13 5 0 0 0,-14 7 0 0 0,-13 6 0 0 0,-10 5 0 0 0,-16 11 0 0 0,-13 5 0 0 0,-12 22 0 0 0,-9 7 0 0 0,-5 3 0 0 0,5 2 0 0 0,1-6 0 0 0,7-2 0 0 0,8-1 0 0 0,9-5 0 0 0,5-1 0 0 0,5-5 0 0 0,-13 1 0 0 0,-3 3 0 0 0,2-3 0 0 0,3 2 0 0 0,4-4 0 0 0,3-6 0 0 0,4-6 0 0 0,1-4 0 0 0,-5-4 0 0 0,12-2 0 0 0,20-2 0 0 0,21 0 0 0 0,17 0 0 0 0,13-7 0 0 0,7-10 0 0 0,-2-9 0 0 0,0-8 0 0 0,0 3 0 0 0,16-1 0 0 0,7 5 0 0 0,-1 0 0 0 0,-2 5 0 0 0,-4 6 0 0 0,-11-1 0 0 0,2-13 0 0 0,8-1 0 0 0,-5-2 0 0 0,-3 5 0 0 0,-2 6 0 0 0,-8 1 0 0 0,-3 4 0 0 0,0 4 0 0 0,-4-2 0 0 0,-1 2 0 0 0,11 2 0 0 0,6 4 0 0 0,3 4 0 0 0,0 1 0 0 0,-7-5 0 0 0,-3-2 0 0 0,0 2 0 0 0,0 1 0 0 0,-13 2 0 0 0,-11 10 0 0 0,-14 10 0 0 0,-23 11 0 0 0,-14 16 0 0 0,-16 8 0 0 0,-5 3 0 0 0,-1-8 0 0 0,3-4 0 0 0,3-1 0 0 0,4-1 0 0 0,3-6 0 0 0,2-2 0 0 0,8 1 0 0 0,4-4 0 0 0,0 0 0 0 0,-2-5 0 0 0,4-13 0 0 0,16-9 0 0 0,18-12 0 0 0,7-11 0 0 0,11-2 0 0 0,8 3 0 0 0,7-3 0 0 0,5-3 0 0 0,3 1 0 0 0,0-1 0 0 0,2 3 0 0 0,14-1 0 0 0,-3-11 0 0 0,4 0 0 0 0,-1-1 0 0 0,-11-1 0 0 0,-7 5 0 0 0,-2 9 0 0 0,-1 8 0 0 0,7-1 0 0 0,-3-4 0 0 0,5 1 0 0 0,-5-4 0 0 0,-3 3 0 0 0,-8-3 0 0 0,-2 3 0 0 0,1 5 0 0 0,-5-2 0 0 0,-13 9 0 0 0,-10 13 0 0 0,-13 7 0 0 0,-4 8 0 0 0,-15 9 0 0 0,-2 7 0 0 0,-11 4 0 0 0,-5-3 0 0 0,-3 6 0 0 0,0 3 0 0 0,-6 2 0 0 0,-1 0 0 0 0,9 0 0 0 0,6-9 0 0 0,-6-3 0 0 0,-1-7 0 0 0,0-9 0 0 0,1 0 0 0 0,1 4 0 0 0,1-2 0 0 0,9-11 0 0 0,18-9 0 0 0,19-3 0 0 0,10-9 0 0 0,11-3 0 0 0,1-7 0 0 0,5 2 0 0 0,-2-5 0 0 0,9-5 0 0 0,6 2 0 0 0,-4-2 0 0 0,0 5 0 0 0,1-9 0 0 0,2-6 0 0 0,1 3 0 0 0,2 1 0 0 0,0 6 0 0 0,9 1 0 0 0,-5-3 0 0 0,-18 12 0 0 0,-20 16 0 0 0,-20 9 0 0 0,-14 11 0 0 0,-4 17 0 0 0,-3 3 0 0 0,-5 2 0 0 0,6 2 0 0 0,7 2 0 0 0,1-7 0 0 0,4-2 0 0 0,-1-6 0 0 0,-13-9 0 0 0,-7 0 0 0 0,-4-3 0 0 0,5 3 0 0 0,2-1 0 0 0,8-12 0 0 0,16-6 0 0 0,18-4 0 0 0,8-8 0 0 0,17-3 0 0 0,11-5 0 0 0,6 0 0 0 0,-5-3 0 0 0,-1 1 0 0 0,-1-2 0 0 0,0 3 0 0 0,-6-11 0 0 0,-1 2 0 0 0,1-3 0 0 0,10 5 0 0 0,5 7 0 0 0,-6 22 0 0 0,-10 18 0 0 0,-10 13 0 0 0,-9 9 0 0 0,-22 4 0 0 0,-16-5 0 0 0,-12-2 0 0 0,-6 0 0 0 0,3 1 0 0 0,2-6 0 0 0,-1-2 0 0 0,7 2 0 0 0,1-5 0 0 0,6 0 0 0 0,0-4 0 0 0,12-7 0 0 0,7-13 0 0 0,13-8 0 0 0,12-10 0 0 0,11-11 0 0 0,7 0 0 0 0,-2-4 0 0 0,-1 3 0 0 0,-5-1 0 0 0,0 4 0 0 0,2 5 0 0 0,3 7 0 0 0,11-3 0 0 0,5 1 0 0 0,-6-4 0 0 0,-3 0 0 0 0,-1-4 0 0 0,7 1 0 0 0,3 5 0 0 0,-21 4 0 0 0,-16 12 0 0 0,-18 5 0 0 0,-15 10 0 0 0,-12 1 0 0 0,-7-2 0 0 0,-5-3 0 0 0,-2-4 0 0 0,-9 4 0 0 0,-1 1 0 0 0,0-3 0 0 0,4-3 0 0 0,2-2 0 0 0,2-3 0 0 0,3-1 0 0 0,1-1 0 0 0,-7 0 0 0 0,5-8 0 0 0,19-2 0 0 0,20-7 0 0 0,19-8 0 0 0,16 0 0 0 0,1-3 0 0 0,5 3 0 0 0,3-8 0 0 0,3 0 0 0 0,2 0 0 0 0,9 4 0 0 0,3 8 0 0 0,-23 7 0 0 0,-16 21 0 0 0,-18 9 0 0 0,-9 10 0 0 0,-10-1 0 0 0,-8-3 0 0 0,1 1 0 0 0,-2-3 0 0 0,4 2 0 0 0,-1-2 0 0 0,-2 3 0 0 0,-5-3 0 0 0,-10-5 0 0 0,2 3 0 0 0,1-2 0 0 0,1-3 0 0 0,6 3 0 0 0,3 6 0 0 0,-1 0 0 0 0,-3-5 0 0 0,13-4 0 0 0,18-5 0 0 0,9-11 0 0 0,12-12 0 0 0,10-4 0 0 0,23-6 0 0 0,18-7 0 0 0,12-4 0 0 0,8-4 0 0 0,-4-10 0 0 0,-1 4 0 0 0,-7 2 0 0 0,-9 1 0 0 0,-8 8 0 0 0,-7 2 0 0 0,-4 8 0 0 0,-3-1 0 0 0,-2 5 0 0 0,-15 6 0 0 0,-12 13 0 0 0,-9 14 0 0 0,-13 5 0 0 0,-5 7 0 0 0,0 7 0 0 0,1 6 0 0 0,-4-4 0 0 0,0 0 0 0 0,-5 2 0 0 0,-6 2 0 0 0,-7 2 0 0 0,-11 3 0 0 0,-7 0 0 0 0,6 2 0 0 0,11-1 0 0 0,10-14 0 0 0,10-19 0 0 0,7-19 0 0 0,20-9 0 0 0,7-7 0 0 0,1-8 0 0 0,4 2 0 0 0,5-1 0 0 0,-3-2 0 0 0,2-4 0 0 0,-4-2 0 0 0,-7-1 0 0 0,-13 5 0 0 0,-15 10 0 0 0,-21 9 0 0 0,-12 7 0 0 0,1 20 0 0 0,0 9 0 0 0,0 0 0 0 0,7 6 0 0 0,2 4 0 0 0,0 6 0 0 0,4 4 0 0 0,1-4 0 0 0,5-2 0 0 0,-1-5 0 0 0,-5-1 0 0 0,4 3 0 0 0,-2-4 0 0 0,4 1 0 0 0,6 3 0 0 0,13-3 0 0 0,14-6 0 0 0,14-7 0 0 0,9-6 0 0 0,0-12 0 0 0,1-4 0 0 0,3-9 0 0 0,1-2 0 0 0,3-4 0 0 0,9 1 0 0 0,3 4 0 0 0,0 6 0 0 0,-2 4 0 0 0,-9-3 0 0 0,-4 0 0 0 0,-2-6 0 0 0,1 0 0 0 0,1 4 0 0 0,9 3 0 0 0,-3-4 0 0 0,-2 1 0 0 0,-1 2 0 0 0,-7-4 0 0 0,-2 0 0 0 0,1-4 0 0 0,2 0 0 0 0,3 4 0 0 0,2-10 0 0 0,9-1 0 0 0,-4-4 0 0 0,-2 4 0 0 0,-8-2 0 0 0,-3 5 0 0 0,-14 5 0 0 0,-25 7 0 0 0,-12 12 0 0 0,-9 6 0 0 0,-8 16 0 0 0,-5 5 0 0 0,-2-3 0 0 0,-3-5 0 0 0,8 1 0 0 0,2-3 0 0 0,8 3 0 0 0,1-3 0 0 0,-10-3 0 0 0,-6-5 0 0 0,-3-4 0 0 0,-1 4 0 0 0,8 8 0 0 0,2 1 0 0 0,1 5 0 0 0,-1-2 0 0 0,-2-5 0 0 0,13-12 0 0 0,19-15 0 0 0,17-13 0 0 0,8-10 0 0 0,8 1 0 0 0,6-9 0 0 0,6 2 0 0 0,11 1 0 0 0,5-1 0 0 0,0-1 0 0 0,-2 6 0 0 0,-9 2 0 0 0,-4-2 0 0 0,-3-2 0 0 0,1 5 0 0 0,-13 8 0 0 0,-11 15 0 0 0,-15 17 0 0 0,-8 13 0 0 0,-1 11 0 0 0,1 8 0 0 0,-6-4 0 0 0,1-1 0 0 0,2 1 0 0 0,4 2 0 0 0,3 2 0 0 0,10-7 0 0 0,12-9 0 0 0,10-8 0 0 0,9-8 0 0 0,12-4 0 0 0,-1-12 0 0 0,-1-4 0 0 0,-1 0 0 0 0,0 2 0 0 0,-1 2 0 0 0,0 3 0 0 0,0 1 0 0 0,8 2 0 0 0,2 1 0 0 0,0 0 0 0 0,-2-7 0 0 0,-2-2 0 0 0,-3 0 0 0 0,0-13 0 0 0,-2-3 0 0 0,-23 10 0 0 0,-14 16 0 0 0,-17 7 0 0 0,-6 9 0 0 0,-8 3 0 0 0,-7 4 0 0 0,-6-1 0 0 0,3 3 0 0 0,1-4 0 0 0,-2-5 0 0 0,5 2 0 0 0,-7-2 0 0 0,-5-4 0 0 0,-3-5 0 0 0,0 12 0 0 0,-1 2 0 0 0,1-2 0 0 0,0-6 0 0 0,0-4 0 0 0,-6-4 0 0 0,-3-3 0 0 0,1-2 0 0 0,2-1 0 0 0,2-1 0 0 0,2 0 0 0 0,10-7 0 0 0,17-3 0 0 0,13 1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2:30:39.9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38785 20025 16383 0 0,'0'-7'0'0'0,"8"-3"0"0"0,9 1 0 0 0,2-6 0 0 0,5 0 0 0 0,7 2 0 0 0,-11 4 0 0 0,-15 3 0 0 0,-9 10 0 0 0,-11 4 0 0 0,-10 1 0 0 0,-9-1 0 0 0,-5-2 0 0 0,-4-2 0 0 0,-2-2 0 0 0,-8 7 0 0 0,-3 1 0 0 0,2 7 0 0 0,2 0 0 0 0,2-3 0 0 0,3 4 0 0 0,1-1 0 0 0,2 3 0 0 0,0-1 0 0 0,1-4 0 0 0,-7 3 0 0 0,-3-1 0 0 0,1-5 0 0 0,1-3 0 0 0,2-4 0 0 0,10-9 0 0 0,11-13 0 0 0,10-9 0 0 0,9-9 0 0 0,13 2 0 0 0,13-1 0 0 0,3-2 0 0 0,7 5 0 0 0,13 1 0 0 0,7-3 0 0 0,2-2 0 0 0,2 4 0 0 0,-2 1 0 0 0,-1 4 0 0 0,-1 8 0 0 0,-10-1 0 0 0,-2 2 0 0 0,6 5 0 0 0,5 4 0 0 0,1 4 0 0 0,1 2 0 0 0,-1 1 0 0 0,-2 2 0 0 0,1-1 0 0 0,-2 1 0 0 0,0 0 0 0 0,0-1 0 0 0,-1 1 0 0 0,0-1 0 0 0,1 0 0 0 0,-1 0 0 0 0,8 0 0 0 0,2 8 0 0 0,0 1 0 0 0,-2 1 0 0 0,-10 5 0 0 0,-4 0 0 0 0,-8 5 0 0 0,-10 6 0 0 0,-7 7 0 0 0,-7 5 0 0 0,-3 3 0 0 0,-10-6 0 0 0,-10 0 0 0 0,-11 8 0 0 0,-14-4 0 0 0,-8 0 0 0 0,-2 0 0 0 0,0 1 0 0 0,2 8 0 0 0,3-3 0 0 0,-7-10 0 0 0,8-4 0 0 0,3-6 0 0 0,2-1 0 0 0,1-4 0 0 0,8 2 0 0 0,1-3 0 0 0,-1-5 0 0 0,6 4 0 0 0,-1-3 0 0 0,-3-3 0 0 0,4-11 0 0 0,7-13 0 0 0,7-12 0 0 0,5-17 0 0 0,11-1 0 0 0,13-1 0 0 0,11-1 0 0 0,1 0 0 0 0,3 8 0 0 0,-3 2 0 0 0,0 7 0 0 0,-4 0 0 0 0,1 6 0 0 0,3 6 0 0 0,6 5 0 0 0,-5-3 0 0 0,2 1 0 0 0,-6-5 0 0 0,1 1 0 0 0,-4-5 0 0 0,-6-6 0 0 0,2 1 0 0 0,5-2 0 0 0,7 4 0 0 0,-3-1 0 0 0,9 3 0 0 0,-8 5 0 0 0,-17 6 0 0 0,-18 5 0 0 0,-15 3 0 0 0,-10 10 0 0 0,-9 11 0 0 0,-3 9 0 0 0,-3 1 0 0 0,8 3 0 0 0,2-4 0 0 0,0 0 0 0 0,0-3 0 0 0,-2 1 0 0 0,-2-4 0 0 0,7 2 0 0 0,1-3 0 0 0,-1-4 0 0 0,-10-6 0 0 0,11-4 0 0 0,10-11 0 0 0,17-4 0 0 0,16-1 0 0 0,8-5 0 0 0,6-2 0 0 0,8-4 0 0 0,-1-6 0 0 0,0 1 0 0 0,3 6 0 0 0,-4 5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2:30:39.9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39520 19903 16383 0 0,'-8'-7'0'0'0,"-16"-10"0"0"0,-13-2 0 0 0,1-6 0 0 0,-1 2 0 0 0,-17 5 0 0 0,-6 6 0 0 0,-8 4 0 0 0,8-4 0 0 0,-1 1 0 0 0,2 2 0 0 0,5 2 0 0 0,-4 3 0 0 0,0 1 0 0 0,26 2 0 0 0,25 1 0 0 0,21 0 0 0 0,16 1 0 0 0,9-1 0 0 0,0 8 0 0 0,-1 2 0 0 0,-6 7 0 0 0,-2 1 0 0 0,2 4 0 0 0,3 6 0 0 0,-5 6 0 0 0,1-3 0 0 0,1 0 0 0 0,4-4 0 0 0,2-8 0 0 0,3-6 0 0 0,1-6 0 0 0,1-4 0 0 0,1-2 0 0 0,0-2 0 0 0,0 0 0 0 0,-15-1 0 0 0,-19 8 0 0 0,-20 3 0 0 0,-15 0 0 0 0,-10-2 0 0 0,-7-1 0 0 0,-4-3 0 0 0,-1-1 0 0 0,-1-1 0 0 0,2-1 0 0 0,0-1 0 0 0,1 1 0 0 0,0 0 0 0 0,2-1 0 0 0,-1-6 0 0 0,1-3 0 0 0,-1 0 0 0 0,-6 3 0 0 0,-4-6 0 0 0,2 0 0 0 0,1-6 0 0 0,2 1 0 0 0,9-4 0 0 0,5 1 0 0 0,0 5 0 0 0,-1-2 0 0 0,-9-6 0 0 0,-5 1 0 0 0,22 5 0 0 0,22 5 0 0 0,20 5 0 0 0,15 4 0 0 0,10 2 0 0 0,-2 10 0 0 0,0 2 0 0 0,2 1 0 0 0,1-3 0 0 0,9-2 0 0 0,3-2 0 0 0,0 6 0 0 0,-1 1 0 0 0,-9 5 0 0 0,-5 2 0 0 0,-1-4 0 0 0,1-4 0 0 0,2-3 0 0 0,1-3 0 0 0,1-3 0 0 0,1 0 0 0 0,1-2 0 0 0,1 1 0 0 0,0-1 0 0 0,0 0 0 0 0,-1 1 0 0 0,1-1 0 0 0,0 1 0 0 0,-16 8 0 0 0,-18 1 0 0 0,-13 8 0 0 0,-12 1 0 0 0,-11-4 0 0 0,-9-3 0 0 0,2 4 0 0 0,-1-1 0 0 0,-2-3 0 0 0,-2 4 0 0 0,-3 0 0 0 0,-1-3 0 0 0,-1-3 0 0 0,0 4 0 0 0,-1-1 0 0 0,0-1 0 0 0,0-4 0 0 0,8 6 0 0 0,2-1 0 0 0,-8-1 0 0 0,-4-3 0 0 0,-1-3 0 0 0,-1-3 0 0 0,1 0 0 0 0,1-2 0 0 0,0 0 0 0 0,2-1 0 0 0,-7 0 0 0 0,5-6 0 0 0,10-11 0 0 0,12-9 0 0 0,17-7 0 0 0,9-6 0 0 0,13-3 0 0 0,10 6 0 0 0,2 2 0 0 0,3 6 0 0 0,4 1 0 0 0,-4-2 0 0 0,0 5 0 0 0,11-2 0 0 0,12-4 0 0 0,5 5 0 0 0,0 5 0 0 0,-3 7 0 0 0,-3 6 0 0 0,-3 4 0 0 0,-10 10 0 0 0,-11 12 0 0 0,-11 10 0 0 0,-15 0 0 0 0,-9 3 0 0 0,-10-4 0 0 0,-9-7 0 0 0,-1 1 0 0 0,-3-3 0 0 0,4 3 0 0 0,-9-3 0 0 0,2 4 0 0 0,-1-2 0 0 0,5 2 0 0 0,0-2 0 0 0,-2 3 0 0 0,-3-2 0 0 0,4 2 0 0 0,-1-2 0 0 0,-1-6 0 0 0,-4-4 0 0 0,5 10 0 0 0,0 2 0 0 0,-2 4 0 0 0,-3 5 0 0 0,-2-3 0 0 0,-3-6 0 0 0,6 0 0 0 0,2-4 0 0 0,6 2 0 0 0,0-2 0 0 0,5 3 0 0 0,-1-2 0 0 0,-12-5 0 0 0,-7-5 0 0 0,19-11 0 0 0,19-13 0 0 0,20-12 0 0 0,5-8 0 0 0,15-21 0 0 0,9-9 0 0 0,3 7 0 0 0,2 6 0 0 0,7 11 0 0 0,-7 6 0 0 0,-4 0 0 0 0,-10-1 0 0 0,-3-2 0 0 0,-1 6 0 0 0,-5 0 0 0 0,0 5 0 0 0,3 8 0 0 0,4-1 0 0 0,3 3 0 0 0,3 4 0 0 0,-13 4 0 0 0,-11 4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2:30: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39176 19905 16383 0 0,'7'0'0'0'0,"11"0"0"0"0,8 0 0 0 0,8 0 0 0 0,6 0 0 0 0,3-7 0 0 0,9-3 0 0 0,3 1 0 0 0,0 1 0 0 0,-3 3 0 0 0,-2 1 0 0 0,-2 3 0 0 0,-2 0 0 0 0,-2 1 0 0 0,7 0 0 0 0,2 1 0 0 0,-1-1 0 0 0,-1 0 0 0 0,-3 1 0 0 0,-1-1 0 0 0,-2 0 0 0 0,-1 0 0 0 0,0 0 0 0 0,-1 0 0 0 0,0 0 0 0 0,0 0 0 0 0,0 0 0 0 0,0 0 0 0 0,1 0 0 0 0,-1 0 0 0 0,8 0 0 0 0,2 0 0 0 0,0 0 0 0 0,-2 0 0 0 0,-2 0 0 0 0,-2 0 0 0 0,-2 0 0 0 0,0 0 0 0 0,6 0 0 0 0,2 0 0 0 0,-1 0 0 0 0,-1 0 0 0 0,-3 0 0 0 0,-1 0 0 0 0,-2 0 0 0 0,-1 0 0 0 0,0 0 0 0 0,-1 0 0 0 0,0 0 0 0 0,0 0 0 0 0,0 0 0 0 0,0 0 0 0 0,1 0 0 0 0,-1 0 0 0 0,8 0 0 0 0,2 0 0 0 0,0 0 0 0 0,-2 0 0 0 0,-9 0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2:30:40.0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38576 20335 16383 0 0,'8'0'0'0'0,"16"-8"0"0"0,13-2 0 0 0,6 1 0 0 0,12-6 0 0 0,10 0 0 0 0,10-5 0 0 0,6 1 0 0 0,5-4 0 0 0,-6 2 0 0 0,14-3 0 0 0,-2 3 0 0 0,-1-2 0 0 0,-10 2 0 0 0,4-2 0 0 0,3 2 0 0 0,1-9 0 0 0,-1-1 0 0 0,-6 6 0 0 0,-4 7 0 0 0,1 7 0 0 0,-7 4 0 0 0,-7 5 0 0 0,-8 1 0 0 0,-6 2 0 0 0,-4 0 0 0 0,-3 1 0 0 0,-2-9 0 0 0,7-2 0 0 0,-4-7 0 0 0,-18-1 0 0 0,-21 10 0 0 0,-18 6 0 0 0,-8 10 0 0 0,-8 5 0 0 0,-6 6 0 0 0,-5 0 0 0 0,-3-3 0 0 0,6 3 0 0 0,1-3 0 0 0,6 5 0 0 0,2-3 0 0 0,-3-4 0 0 0,4 3 0 0 0,-1-2 0 0 0,4 4 0 0 0,-1-2 0 0 0,3 4 0 0 0,-2-2 0 0 0,-5-4 0 0 0,-4-5 0 0 0,-5-5 0 0 0,-11-3 0 0 0,-4-2 0 0 0,-1-1 0 0 0,9-1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2:30:40.0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40059 20036 16383 0 0,'8'0'0'0'0,"9"0"0"0"0,9 0 0 0 0,9 0 0 0 0,4 0 0 0 0,11 0 0 0 0,5 0 0 0 0,-8-7 0 0 0,-4-3 0 0 0,-9-7 0 0 0,-3 0 0 0 0,0 2 0 0 0,3 4 0 0 0,2 4 0 0 0,3 3 0 0 0,10 2 0 0 0,-4-6 0 0 0,-2-1 0 0 0,-8-7 0 0 0,-3-1 0 0 0,0 3 0 0 0,-12 3 0 0 0,-17 5 0 0 0,-24 2 0 0 0,-15 2 0 0 0,-10 2 0 0 0,-4 0 0 0 0,-1 1 0 0 0,1 0 0 0 0,2-1 0 0 0,1 1 0 0 0,-6-1 0 0 0,-2 0 0 0 0,2 0 0 0 0,2 0 0 0 0,3 0 0 0 0,8 8 0 0 0,5 1 0 0 0,1 1 0 0 0,-2-3 0 0 0,-2-1 0 0 0,-2-3 0 0 0,-1-1 0 0 0,-1-2 0 0 0,6 8 0 0 0,9 1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2:30:40.0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39480 20136 16383 0 0,'-7'0'0'0'0,"-11"0"0"0"0,-8 0 0 0 0,-8 0 0 0 0,-6 0 0 0 0,-3 0 0 0 0,-2 0 0 0 0,-7 0 0 0 0,-4 0 0 0 0,2 0 0 0 0,9-7 0 0 0,13-10 0 0 0,11-10 0 0 0,10-7 0 0 0,6-6 0 0 0,12 5 0 0 0,19 7 0 0 0,13 10 0 0 0,7 6 0 0 0,3 7 0 0 0,1 3 0 0 0,-1 2 0 0 0,-9 9 0 0 0,-4 3 0 0 0,0-1 0 0 0,-7 5 0 0 0,0 0 0 0 0,-6 5 0 0 0,-6 5 0 0 0,1 0 0 0 0,-3 1 0 0 0,4-2 0 0 0,6-7 0 0 0,7-6 0 0 0,4-5 0 0 0,-11-3 0 0 0,-17-3 0 0 0,-10-9 0 0 0,-4-11 0 0 0,-9-1 0 0 0,-10 2 0 0 0,-7 4 0 0 0,-6 5 0 0 0,-3 4 0 0 0,-4 2 0 0 0,15 2 0 0 0,19 1 0 0 0,19 1 0 0 0,16 0 0 0 0,11 0 0 0 0,7 0 0 0 0,3-1 0 0 0,2 0 0 0 0,1 0 0 0 0,6 0 0 0 0,2 0 0 0 0,-2 0 0 0 0,-2 0 0 0 0,-3 0 0 0 0,-2 0 0 0 0,-2 0 0 0 0,7 0 0 0 0,1 0 0 0 0,-1 0 0 0 0,-1 0 0 0 0,-3 0 0 0 0,-1 0 0 0 0,-2 0 0 0 0,-1 0 0 0 0,7 0 0 0 0,2 0 0 0 0,-1 8 0 0 0,-1 9 0 0 0,-10 9 0 0 0,-4 1 0 0 0,-2-5 0 0 0,2-5 0 0 0,1-7 0 0 0,2-4 0 0 0,1-3 0 0 0,2-3 0 0 0,0-1 0 0 0,0 0 0 0 0,1 0 0 0 0,0 0 0 0 0,0 0 0 0 0,7 1 0 0 0,2 0 0 0 0,0-1 0 0 0,-2 1 0 0 0,-9-7 0 0 0,-5-3 0 0 0,-1-6 0 0 0,-14-2 0 0 0,-19 3 0 0 0,-16 5 0 0 0,-14 2 0 0 0,-17 4 0 0 0,-9 3 0 0 0,-2 8 0 0 0,1 3 0 0 0,1 0 0 0 0,4-2 0 0 0,1-2 0 0 0,3-2 0 0 0,0-2 0 0 0,2-1 0 0 0,0-1 0 0 0,0 0 0 0 0,0-1 0 0 0,7 8 0 0 0,3 3 0 0 0,-1-1 0 0 0,-2-2 0 0 0,13-1 0 0 0,17-3 0 0 0,17-1 0 0 0,15-2 0 0 0,10 0 0 0 0,6-7 0 0 0,3-3 0 0 0,2 0 0 0 0,-8-5 0 0 0,-2-1 0 0 0,-1 3 0 0 0,2 4 0 0 0,0 3 0 0 0,3 2 0 0 0,1 3 0 0 0,8 1 0 0 0,-12 0 0 0 0,-19 1 0 0 0,-21-1 0 0 0,-17 1 0 0 0,-13-1 0 0 0,-8 1 0 0 0,-5-1 0 0 0,-3 0 0 0 0,1 0 0 0 0,0 0 0 0 0,1 0 0 0 0,0 0 0 0 0,2 0 0 0 0,0 0 0 0 0,7 7 0 0 0,4 3 0 0 0,14-1 0 0 0,17-1 0 0 0,17-3 0 0 0,14-9 0 0 0,8-4 0 0 0,6-1 0 0 0,3 2 0 0 0,1 1 0 0 0,0 2 0 0 0,-1 2 0 0 0,0 1 0 0 0,-2 1 0 0 0,1 0 0 0 0,6 0 0 0 0,2 1 0 0 0,0-1 0 0 0,-2-7 0 0 0,-17-3 0 0 0,-22 1 0 0 0,-27 2 0 0 0,-19 1 0 0 0,-11 10 0 0 0,2 12 0 0 0,1 2 0 0 0,0-1 0 0 0,8 4 0 0 0,2-2 0 0 0,-2-4 0 0 0,-1-5 0 0 0,-3-4 0 0 0,-2-2 0 0 0,-2-3 0 0 0,7 6 0 0 0,1 2 0 0 0,0 0 0 0 0,-3-3 0 0 0,-1-1 0 0 0,4 5 0 0 0,2 2 0 0 0,-9 5 0 0 0,-4 0 0 0 0,-3-2 0 0 0,7 3 0 0 0,3-2 0 0 0,1-3 0 0 0,-1-3 0 0 0,6-12 0 0 0,16-5 0 0 0,18-2 0 0 0,16 2 0 0 0,13 1 0 0 0,15 2 0 0 0,8 1 0 0 0,1 2 0 0 0,0 1 0 0 0,-10-8 0 0 0,-6-1 0 0 0,-1 0 0 0 0,0 1 0 0 0,8-4 0 0 0,4-1 0 0 0,1-6 0 0 0,-2 1 0 0 0,0 4 0 0 0,-10-4 0 0 0,-3 1 0 0 0,-1 4 0 0 0,1 4 0 0 0,-5-4 0 0 0,6 0 0 0 0,5 3 0 0 0,2 3 0 0 0,2 2 0 0 0,-1 2 0 0 0,1 2 0 0 0,-1 1 0 0 0,-1-7 0 0 0,8-2 0 0 0,1 0 0 0 0,0 2 0 0 0,-2 2 0 0 0,-2 2 0 0 0,-2 1 0 0 0,-2 1 0 0 0,6 1 0 0 0,3 1 0 0 0,-2-1 0 0 0,-1 0 0 0 0,-3 1 0 0 0,-1-1 0 0 0,-2 0 0 0 0,-1 0 0 0 0,7 0 0 0 0,2 0 0 0 0,-1 0 0 0 0,-1 0 0 0 0,-3 0 0 0 0,-1 0 0 0 0,-2 0 0 0 0,-1 0 0 0 0,7 0 0 0 0,2 0 0 0 0,0 0 0 0 0,-3 0 0 0 0,-1 0 0 0 0,-2-7 0 0 0,-2-3 0 0 0,14-7 0 0 0,4 0 0 0 0,-1 2 0 0 0,-4 4 0 0 0,-4-3 0 0 0,3 0 0 0 0,-8-5 0 0 0,25-13 0 0 0,22-10 0 0 0,9 3 0 0 0,32 1 0 0 0,6-1 0 0 0,39-8 0 0 0,3-4 0 0 0,22-8 0 0 0,-2 6 0 0 0,-14 5 0 0 0,-25-5 0 0 0,5 8 0 0 0,-21 3 0 0 0,-12 1 0 0 0,-23 9 0 0 0,-17 1 0 0 0,-9 7 0 0 0,-20-1 0 0 0,-15 4 0 0 0,-9-1 0 0 0,-4 3 0 0 0,-2 4 0 0 0,-1 5 0 0 0,1 4 0 0 0,-6-4 0 0 0,6 0 0 0 0,4 1 0 0 0,-5 2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23.xml"/><Relationship Id="rId50" Type="http://schemas.openxmlformats.org/officeDocument/2006/relationships/image" Target="../media/image27.png"/><Relationship Id="rId55" Type="http://schemas.openxmlformats.org/officeDocument/2006/relationships/customXml" Target="../ink/ink27.xml"/><Relationship Id="rId7" Type="http://schemas.openxmlformats.org/officeDocument/2006/relationships/customXml" Target="../ink/ink1.xml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29" Type="http://schemas.openxmlformats.org/officeDocument/2006/relationships/customXml" Target="../ink/ink14.xml"/><Relationship Id="rId11" Type="http://schemas.openxmlformats.org/officeDocument/2006/relationships/customXml" Target="../ink/ink3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8.xml"/><Relationship Id="rId40" Type="http://schemas.openxmlformats.org/officeDocument/2006/relationships/image" Target="../media/image23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1.png"/><Relationship Id="rId5" Type="http://schemas.openxmlformats.org/officeDocument/2006/relationships/image" Target="../media/image7.png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customXml" Target="../ink/ink6.xml"/><Relationship Id="rId22" Type="http://schemas.openxmlformats.org/officeDocument/2006/relationships/image" Target="../media/image9.jpeg"/><Relationship Id="rId27" Type="http://schemas.openxmlformats.org/officeDocument/2006/relationships/customXml" Target="../ink/ink13.xml"/><Relationship Id="rId30" Type="http://schemas.openxmlformats.org/officeDocument/2006/relationships/image" Target="../media/image18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14.png"/><Relationship Id="rId56" Type="http://schemas.openxmlformats.org/officeDocument/2006/relationships/image" Target="../media/image30.png"/><Relationship Id="rId8" Type="http://schemas.openxmlformats.org/officeDocument/2006/relationships/image" Target="../media/image9.png"/><Relationship Id="rId51" Type="http://schemas.openxmlformats.org/officeDocument/2006/relationships/customXml" Target="../ink/ink25.xml"/><Relationship Id="rId3" Type="http://schemas.openxmlformats.org/officeDocument/2006/relationships/image" Target="../media/image5.png"/><Relationship Id="rId12" Type="http://schemas.openxmlformats.org/officeDocument/2006/relationships/customXml" Target="../ink/ink4.xml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59" Type="http://schemas.openxmlformats.org/officeDocument/2006/relationships/customXml" Target="../ink/ink29.xml"/><Relationship Id="rId20" Type="http://schemas.openxmlformats.org/officeDocument/2006/relationships/image" Target="../media/image13.png"/><Relationship Id="rId41" Type="http://schemas.openxmlformats.org/officeDocument/2006/relationships/customXml" Target="../ink/ink20.xml"/><Relationship Id="rId54" Type="http://schemas.openxmlformats.org/officeDocument/2006/relationships/image" Target="../media/image29.png"/><Relationship Id="rId6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10.png"/><Relationship Id="rId31" Type="http://schemas.openxmlformats.org/officeDocument/2006/relationships/customXml" Target="../ink/ink15.xml"/><Relationship Id="rId44" Type="http://schemas.openxmlformats.org/officeDocument/2006/relationships/image" Target="../media/image25.png"/><Relationship Id="rId52" Type="http://schemas.openxmlformats.org/officeDocument/2006/relationships/image" Target="../media/image28.png"/><Relationship Id="rId60" Type="http://schemas.openxmlformats.org/officeDocument/2006/relationships/image" Target="../media/image32.png"/><Relationship Id="rId4" Type="http://schemas.openxmlformats.org/officeDocument/2006/relationships/image" Target="../media/image6.png"/><Relationship Id="rId9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465458" y="7846217"/>
            <a:ext cx="7150343" cy="725200"/>
            <a:chOff x="0" y="0"/>
            <a:chExt cx="9533791" cy="96693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9533791" cy="966933"/>
              <a:chOff x="0" y="0"/>
              <a:chExt cx="12727542" cy="12908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2727542" cy="1290848"/>
              </a:xfrm>
              <a:custGeom>
                <a:avLst/>
                <a:gdLst/>
                <a:ahLst/>
                <a:cxnLst/>
                <a:rect l="l" t="t" r="r" b="b"/>
                <a:pathLst>
                  <a:path w="12727542" h="1290848">
                    <a:moveTo>
                      <a:pt x="0" y="0"/>
                    </a:moveTo>
                    <a:lnTo>
                      <a:pt x="0" y="1290848"/>
                    </a:lnTo>
                    <a:lnTo>
                      <a:pt x="12727542" y="1290848"/>
                    </a:lnTo>
                    <a:lnTo>
                      <a:pt x="12727542" y="0"/>
                    </a:lnTo>
                    <a:lnTo>
                      <a:pt x="0" y="0"/>
                    </a:lnTo>
                    <a:close/>
                    <a:moveTo>
                      <a:pt x="12666582" y="1229888"/>
                    </a:moveTo>
                    <a:lnTo>
                      <a:pt x="59690" y="1229888"/>
                    </a:lnTo>
                    <a:lnTo>
                      <a:pt x="59690" y="59690"/>
                    </a:lnTo>
                    <a:lnTo>
                      <a:pt x="12666582" y="59690"/>
                    </a:lnTo>
                    <a:lnTo>
                      <a:pt x="12666582" y="1229888"/>
                    </a:lnTo>
                    <a:close/>
                  </a:path>
                </a:pathLst>
              </a:custGeom>
              <a:solidFill>
                <a:srgbClr val="FF68D4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299564" y="171187"/>
              <a:ext cx="8863483" cy="548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99"/>
                </a:lnSpc>
              </a:pPr>
              <a:r>
                <a:rPr lang="en-US" sz="2450" b="1">
                  <a:solidFill>
                    <a:srgbClr val="000000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Presented by: </a:t>
              </a:r>
              <a:r>
                <a:rPr lang="en-US" sz="2450" b="1">
                  <a:solidFill>
                    <a:srgbClr val="000000"/>
                  </a:solidFill>
                  <a:latin typeface="Muli Semi-Bold"/>
                  <a:ea typeface="Muli Semi-Bold"/>
                  <a:cs typeface="Muli Semi-Bold"/>
                  <a:sym typeface="Muli"/>
                </a:rPr>
                <a:t>Suyasha Nepal</a:t>
              </a:r>
              <a:endParaRPr lang="en-US" sz="2450">
                <a:solidFill>
                  <a:srgbClr val="000000"/>
                </a:solidFill>
                <a:latin typeface="Muli"/>
                <a:ea typeface="Muli"/>
                <a:cs typeface="Muli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1542992" y="-8254646"/>
            <a:ext cx="11432615" cy="11149248"/>
          </a:xfrm>
          <a:custGeom>
            <a:avLst/>
            <a:gdLst/>
            <a:ahLst/>
            <a:cxnLst/>
            <a:rect l="l" t="t" r="r" b="b"/>
            <a:pathLst>
              <a:path w="11432615" h="11411829">
                <a:moveTo>
                  <a:pt x="0" y="0"/>
                </a:moveTo>
                <a:lnTo>
                  <a:pt x="11432616" y="0"/>
                </a:lnTo>
                <a:lnTo>
                  <a:pt x="11432616" y="11411829"/>
                </a:lnTo>
                <a:lnTo>
                  <a:pt x="0" y="1141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65458" y="3314185"/>
            <a:ext cx="12206480" cy="2981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99"/>
              </a:lnSpc>
            </a:pPr>
            <a:r>
              <a:rPr lang="en-US" sz="9950">
                <a:solidFill>
                  <a:srgbClr val="000000"/>
                </a:solidFill>
                <a:latin typeface="Playfair Display Bold"/>
                <a:ea typeface="Playfair Display"/>
                <a:cs typeface="Playfair Display"/>
              </a:rPr>
              <a:t>Automated Testing</a:t>
            </a:r>
            <a:r>
              <a:rPr lang="en-US" sz="9950" b="1">
                <a:solidFill>
                  <a:srgbClr val="000000"/>
                </a:solidFill>
                <a:latin typeface="Playfair Display Bold"/>
                <a:ea typeface="Playfair Display"/>
                <a:cs typeface="Playfair Display"/>
              </a:rPr>
              <a:t> </a:t>
            </a:r>
            <a:r>
              <a:rPr lang="en-US" sz="9950">
                <a:solidFill>
                  <a:srgbClr val="000000"/>
                </a:solidFill>
                <a:latin typeface="Playfair Display Bold"/>
                <a:ea typeface="Playfair Display"/>
                <a:cs typeface="Playfair Display"/>
              </a:rPr>
              <a:t>on Jeevee.com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8D1A9B-D1AA-C631-8ECA-971F4B2C4967}"/>
              </a:ext>
            </a:extLst>
          </p:cNvPr>
          <p:cNvSpPr txBox="1"/>
          <p:nvPr/>
        </p:nvSpPr>
        <p:spPr>
          <a:xfrm>
            <a:off x="1461769" y="6477547"/>
            <a:ext cx="28513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Playfair Display Bold"/>
                <a:ea typeface="Calibri"/>
                <a:cs typeface="Calibri"/>
              </a:rPr>
              <a:t>Using Selenium</a:t>
            </a:r>
            <a:endParaRPr lang="en-US" sz="2400">
              <a:latin typeface="Playfair Display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BF996B-7B4A-C76E-508F-0D0C43CA76E9}"/>
              </a:ext>
            </a:extLst>
          </p:cNvPr>
          <p:cNvSpPr txBox="1"/>
          <p:nvPr/>
        </p:nvSpPr>
        <p:spPr>
          <a:xfrm>
            <a:off x="15275506" y="968490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>
                <a:ea typeface="Calibri"/>
                <a:cs typeface="Calibri"/>
              </a:rPr>
              <a:t>12/04/2025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092854" y="531550"/>
            <a:ext cx="1621404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Introduction</a:t>
            </a:r>
            <a:endParaRPr lang="en-US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C7A7A5A9-3527-C5EA-F34B-EDF1107E9A91}"/>
              </a:ext>
            </a:extLst>
          </p:cNvPr>
          <p:cNvSpPr/>
          <p:nvPr/>
        </p:nvSpPr>
        <p:spPr>
          <a:xfrm>
            <a:off x="8110641" y="2420290"/>
            <a:ext cx="8638942" cy="7116038"/>
          </a:xfrm>
          <a:custGeom>
            <a:avLst/>
            <a:gdLst/>
            <a:ahLst/>
            <a:cxnLst/>
            <a:rect l="l" t="t" r="r" b="b"/>
            <a:pathLst>
              <a:path w="5643393" h="6265694">
                <a:moveTo>
                  <a:pt x="0" y="0"/>
                </a:moveTo>
                <a:lnTo>
                  <a:pt x="5643393" y="0"/>
                </a:lnTo>
                <a:lnTo>
                  <a:pt x="5643393" y="6265694"/>
                </a:lnTo>
                <a:lnTo>
                  <a:pt x="0" y="6265694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A04C87-3535-25A1-061D-FED687D0B740}"/>
              </a:ext>
            </a:extLst>
          </p:cNvPr>
          <p:cNvSpPr txBox="1"/>
          <p:nvPr/>
        </p:nvSpPr>
        <p:spPr>
          <a:xfrm>
            <a:off x="8421822" y="2703879"/>
            <a:ext cx="8010267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latin typeface="Muli"/>
                <a:ea typeface="+mn-lt"/>
                <a:cs typeface="+mn-lt"/>
              </a:rPr>
              <a:t>Jeevee</a:t>
            </a:r>
            <a:r>
              <a:rPr lang="en-US" sz="2400" dirty="0">
                <a:latin typeface="Muli"/>
                <a:ea typeface="+mn-lt"/>
                <a:cs typeface="+mn-lt"/>
              </a:rPr>
              <a:t> is an e-commerce platform with multiple user workflows.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2400">
              <a:latin typeface="Muli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latin typeface="Muli"/>
                <a:ea typeface="+mn-lt"/>
                <a:cs typeface="+mn-lt"/>
              </a:rPr>
              <a:t>Key workflows include login, product search and cart management.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2400">
              <a:latin typeface="Muli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latin typeface="Muli"/>
                <a:ea typeface="+mn-lt"/>
                <a:cs typeface="+mn-lt"/>
              </a:rPr>
              <a:t>Ensuring these workflows function correctly is essential for user satisfaction.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2400">
              <a:latin typeface="Muli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latin typeface="Muli"/>
                <a:ea typeface="+mn-lt"/>
                <a:cs typeface="+mn-lt"/>
              </a:rPr>
              <a:t>This project tests these workflows using Selenium and Python to validate functionality and reliability.</a:t>
            </a:r>
          </a:p>
          <a:p>
            <a:endParaRPr lang="en-US" sz="2400">
              <a:latin typeface="Calibri"/>
              <a:ea typeface="Calibri"/>
              <a:cs typeface="Calibri"/>
            </a:endParaRPr>
          </a:p>
        </p:txBody>
      </p:sp>
      <p:pic>
        <p:nvPicPr>
          <p:cNvPr id="21" name="Picture 20" descr="A close up of a logo&#10;&#10;AI-generated content may be incorrect.">
            <a:extLst>
              <a:ext uri="{FF2B5EF4-FFF2-40B4-BE49-F238E27FC236}">
                <a16:creationId xmlns:a16="http://schemas.microsoft.com/office/drawing/2014/main" id="{5333FE2D-5F07-8D43-DD65-8A5335A7E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7" y="3719296"/>
            <a:ext cx="4329617" cy="42854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3492306" y="3696594"/>
            <a:ext cx="11920223" cy="6603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4400" lvl="1" indent="-457200"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Muli"/>
                <a:ea typeface="Calibri"/>
                <a:cs typeface="Calibri"/>
              </a:rPr>
              <a:t>The multiple user workflows on Jeevee are prone to failure if not thoroughly validated.</a:t>
            </a:r>
          </a:p>
          <a:p>
            <a:pPr lvl="1"/>
            <a:endParaRPr lang="en-US" sz="2800">
              <a:solidFill>
                <a:srgbClr val="000000"/>
              </a:solidFill>
              <a:latin typeface="Muli"/>
              <a:ea typeface="Calibri"/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Muli"/>
                <a:ea typeface="Calibri"/>
                <a:cs typeface="Calibri"/>
              </a:rPr>
              <a:t>Frequent updates make it challenging to ensure all features work correctly.</a:t>
            </a:r>
          </a:p>
          <a:p>
            <a:pPr lvl="1"/>
            <a:endParaRPr lang="en-US" sz="2800">
              <a:solidFill>
                <a:srgbClr val="000000"/>
              </a:solidFill>
              <a:latin typeface="Muli"/>
              <a:ea typeface="Calibri"/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Muli"/>
                <a:ea typeface="Calibri"/>
                <a:cs typeface="Calibri"/>
              </a:rPr>
              <a:t>Increasing product complexity increases the risk of functional issues.</a:t>
            </a:r>
          </a:p>
          <a:p>
            <a:pPr marL="914400" lvl="1" indent="-457200">
              <a:buFont typeface="Arial"/>
              <a:buChar char="•"/>
            </a:pPr>
            <a:endParaRPr lang="en-US" sz="2800">
              <a:solidFill>
                <a:srgbClr val="000000"/>
              </a:solidFill>
              <a:latin typeface="Muli"/>
              <a:ea typeface="Calibri"/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Muli"/>
                <a:ea typeface="Calibri"/>
                <a:cs typeface="Calibri"/>
              </a:rPr>
              <a:t>Manual validation of all workflows become time-consuming and unreliable as platform expands.</a:t>
            </a:r>
          </a:p>
          <a:p>
            <a:pPr lvl="1"/>
            <a:endParaRPr lang="en-US" sz="2800">
              <a:solidFill>
                <a:srgbClr val="000000"/>
              </a:solidFill>
              <a:latin typeface="Muli"/>
              <a:ea typeface="Calibri"/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Muli"/>
                <a:ea typeface="Calibri"/>
                <a:cs typeface="Calibri"/>
              </a:rPr>
              <a:t>Comprehensive testing is needed to validate workflows and ensure a seamless user experience.</a:t>
            </a:r>
          </a:p>
          <a:p>
            <a:pPr marL="215900" lvl="1">
              <a:lnSpc>
                <a:spcPct val="150000"/>
              </a:lnSpc>
            </a:pPr>
            <a:endParaRPr lang="en-US" sz="2800">
              <a:solidFill>
                <a:srgbClr val="000000"/>
              </a:solidFill>
              <a:latin typeface="Muli"/>
              <a:ea typeface="Calibri"/>
              <a:cs typeface="Calibr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165650" y="452419"/>
            <a:ext cx="79567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Problem Statement</a:t>
            </a:r>
          </a:p>
        </p:txBody>
      </p:sp>
      <p:sp>
        <p:nvSpPr>
          <p:cNvPr id="13" name="Freeform 13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05539" y="3295719"/>
            <a:ext cx="4952361" cy="4881017"/>
            <a:chOff x="0" y="0"/>
            <a:chExt cx="3736132" cy="36823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36132" cy="3682310"/>
            </a:xfrm>
            <a:custGeom>
              <a:avLst/>
              <a:gdLst/>
              <a:ahLst/>
              <a:cxnLst/>
              <a:rect l="l" t="t" r="r" b="b"/>
              <a:pathLst>
                <a:path w="3736132" h="3682310">
                  <a:moveTo>
                    <a:pt x="0" y="0"/>
                  </a:moveTo>
                  <a:lnTo>
                    <a:pt x="3736132" y="0"/>
                  </a:lnTo>
                  <a:lnTo>
                    <a:pt x="3736132" y="3682310"/>
                  </a:lnTo>
                  <a:lnTo>
                    <a:pt x="0" y="368231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736132" cy="371088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>
                <a:lnSpc>
                  <a:spcPts val="2520"/>
                </a:lnSpc>
              </a:pPr>
              <a:endParaRPr lang="en-US">
                <a:ea typeface="Calibri"/>
                <a:cs typeface="Calibr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819" y="3295719"/>
            <a:ext cx="4952361" cy="4881017"/>
            <a:chOff x="0" y="0"/>
            <a:chExt cx="3736132" cy="36823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36132" cy="3682310"/>
            </a:xfrm>
            <a:custGeom>
              <a:avLst/>
              <a:gdLst/>
              <a:ahLst/>
              <a:cxnLst/>
              <a:rect l="l" t="t" r="r" b="b"/>
              <a:pathLst>
                <a:path w="3736132" h="3682310">
                  <a:moveTo>
                    <a:pt x="0" y="0"/>
                  </a:moveTo>
                  <a:lnTo>
                    <a:pt x="3736132" y="0"/>
                  </a:lnTo>
                  <a:lnTo>
                    <a:pt x="3736132" y="3682310"/>
                  </a:lnTo>
                  <a:lnTo>
                    <a:pt x="0" y="368231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736132" cy="371088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06939" y="3295719"/>
            <a:ext cx="4952361" cy="4881017"/>
            <a:chOff x="0" y="0"/>
            <a:chExt cx="3736132" cy="36823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36132" cy="3682310"/>
            </a:xfrm>
            <a:custGeom>
              <a:avLst/>
              <a:gdLst/>
              <a:ahLst/>
              <a:cxnLst/>
              <a:rect l="l" t="t" r="r" b="b"/>
              <a:pathLst>
                <a:path w="3736132" h="3682310">
                  <a:moveTo>
                    <a:pt x="0" y="0"/>
                  </a:moveTo>
                  <a:lnTo>
                    <a:pt x="3736132" y="0"/>
                  </a:lnTo>
                  <a:lnTo>
                    <a:pt x="3736132" y="3682310"/>
                  </a:lnTo>
                  <a:lnTo>
                    <a:pt x="0" y="368231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3736132" cy="371088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38304" y="6011402"/>
            <a:ext cx="4086830" cy="156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dirty="0">
                <a:solidFill>
                  <a:srgbClr val="000000"/>
                </a:solidFill>
                <a:latin typeface="Muli Semi-Bold"/>
                <a:ea typeface="+mn-lt"/>
                <a:cs typeface="+mn-lt"/>
              </a:rPr>
              <a:t>Ensure all key workflows on </a:t>
            </a:r>
            <a:r>
              <a:rPr lang="en-US" sz="2400" dirty="0" err="1">
                <a:solidFill>
                  <a:srgbClr val="000000"/>
                </a:solidFill>
                <a:latin typeface="Muli Semi-Bold"/>
                <a:ea typeface="+mn-lt"/>
                <a:cs typeface="+mn-lt"/>
              </a:rPr>
              <a:t>Jeevee</a:t>
            </a:r>
            <a:r>
              <a:rPr lang="en-US" sz="2400" dirty="0">
                <a:solidFill>
                  <a:srgbClr val="000000"/>
                </a:solidFill>
                <a:latin typeface="Muli Semi-Bold"/>
                <a:ea typeface="+mn-lt"/>
                <a:cs typeface="+mn-lt"/>
              </a:rPr>
              <a:t> (login, search, cart) function correctly.</a:t>
            </a:r>
            <a:endParaRPr lang="en-US" sz="2400" b="1" dirty="0">
              <a:solidFill>
                <a:srgbClr val="000000"/>
              </a:solidFill>
              <a:latin typeface="Muli Semi-Bold"/>
              <a:ea typeface="Muli Semi-Bold"/>
              <a:cs typeface="Muli Semi-Bold"/>
            </a:endParaRPr>
          </a:p>
          <a:p>
            <a:pPr>
              <a:lnSpc>
                <a:spcPts val="3120"/>
              </a:lnSpc>
            </a:pPr>
            <a:endParaRPr lang="en-US" sz="2400" b="1">
              <a:solidFill>
                <a:srgbClr val="000000"/>
              </a:solidFill>
              <a:latin typeface="Muli Semi-Bold"/>
              <a:ea typeface="Muli Semi-Bold"/>
              <a:cs typeface="Muli Semi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100585" y="6011402"/>
            <a:ext cx="4086830" cy="156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>
                <a:solidFill>
                  <a:srgbClr val="000000"/>
                </a:solidFill>
                <a:latin typeface="Muli Semi-Bold"/>
                <a:ea typeface="+mn-lt"/>
                <a:cs typeface="+mn-lt"/>
                <a:sym typeface="Muli Semi-Bold"/>
              </a:rPr>
              <a:t>Detect functional issues and validate website behavior across different scenarios.</a:t>
            </a:r>
            <a:endParaRPr lang="en-US" sz="2400" b="1">
              <a:solidFill>
                <a:srgbClr val="000000"/>
              </a:solidFill>
              <a:latin typeface="Muli Semi-Bold"/>
              <a:ea typeface="Muli Semi-Bold"/>
              <a:cs typeface="Muli Semi-Bold"/>
            </a:endParaRPr>
          </a:p>
          <a:p>
            <a:pPr algn="l">
              <a:lnSpc>
                <a:spcPts val="3120"/>
              </a:lnSpc>
            </a:pPr>
            <a:endParaRPr lang="en-US" sz="2400" b="1">
              <a:solidFill>
                <a:srgbClr val="000000"/>
              </a:solidFill>
              <a:latin typeface="Muli Semi-Bold"/>
              <a:ea typeface="Muli Semi-Bold"/>
              <a:cs typeface="Muli Semi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739704" y="6011402"/>
            <a:ext cx="4086830" cy="147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Muli Semi-Bold"/>
                <a:ea typeface="+mn-lt"/>
                <a:cs typeface="+mn-lt"/>
                <a:sym typeface="Muli Semi-Bold"/>
              </a:rPr>
              <a:t>Improve reliability and maintain a seamless user experience for end-users.</a:t>
            </a:r>
            <a:endParaRPr lang="en-US" sz="2400">
              <a:latin typeface="Muli Semi-Bold"/>
            </a:endParaRPr>
          </a:p>
          <a:p>
            <a:pPr algn="l">
              <a:lnSpc>
                <a:spcPts val="3120"/>
              </a:lnSpc>
            </a:pPr>
            <a:endParaRPr lang="en-US" sz="2400" b="1">
              <a:solidFill>
                <a:srgbClr val="000000"/>
              </a:solidFill>
              <a:latin typeface="Muli Semi-Bold"/>
              <a:ea typeface="Muli Semi-Bold"/>
              <a:cs typeface="Muli Semi-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538304" y="3696760"/>
            <a:ext cx="1210897" cy="1210897"/>
            <a:chOff x="0" y="0"/>
            <a:chExt cx="1614529" cy="1614529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614529" cy="1614529"/>
              <a:chOff x="0" y="0"/>
              <a:chExt cx="63500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68D4"/>
              </a:solidFill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274834" y="364881"/>
              <a:ext cx="1064860" cy="846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99"/>
                </a:lnSpc>
              </a:pPr>
              <a:r>
                <a:rPr lang="en-US" sz="3999" b="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100585" y="3696760"/>
            <a:ext cx="1210897" cy="1210897"/>
            <a:chOff x="0" y="0"/>
            <a:chExt cx="1614529" cy="1614529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614529" cy="1614529"/>
              <a:chOff x="0" y="0"/>
              <a:chExt cx="6350000" cy="6350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68D4"/>
              </a:solidFill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274834" y="364881"/>
              <a:ext cx="1064860" cy="846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99"/>
                </a:lnSpc>
              </a:pPr>
              <a:r>
                <a:rPr lang="en-US" sz="3999" b="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739704" y="3696760"/>
            <a:ext cx="1210897" cy="1210897"/>
            <a:chOff x="0" y="0"/>
            <a:chExt cx="1614529" cy="1614529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614529" cy="1614529"/>
              <a:chOff x="0" y="0"/>
              <a:chExt cx="6350000" cy="6350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68D4"/>
              </a:solidFill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274834" y="364881"/>
              <a:ext cx="1064860" cy="846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99"/>
                </a:lnSpc>
              </a:pPr>
              <a:r>
                <a:rPr lang="en-US" sz="3999" b="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03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09547" y="1175895"/>
            <a:ext cx="16149753" cy="1385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Objectives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82954" y="740627"/>
            <a:ext cx="1629802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Tools and Technologies Used</a:t>
            </a:r>
          </a:p>
        </p:txBody>
      </p:sp>
      <p:pic>
        <p:nvPicPr>
          <p:cNvPr id="48" name="Picture 47" descr="Selenium Symbol">
            <a:extLst>
              <a:ext uri="{FF2B5EF4-FFF2-40B4-BE49-F238E27FC236}">
                <a16:creationId xmlns:a16="http://schemas.microsoft.com/office/drawing/2014/main" id="{E697A569-86D2-0B94-207F-5AB6C9E8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31" y="2903287"/>
            <a:ext cx="1552575" cy="1371600"/>
          </a:xfrm>
          <a:prstGeom prst="rect">
            <a:avLst/>
          </a:prstGeom>
        </p:spPr>
      </p:pic>
      <p:pic>
        <p:nvPicPr>
          <p:cNvPr id="49" name="Picture 48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4DC73AAE-5E7A-3A4D-A00A-3C8D09BF2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507" y="2905474"/>
            <a:ext cx="1557918" cy="1525626"/>
          </a:xfrm>
          <a:prstGeom prst="rect">
            <a:avLst/>
          </a:prstGeom>
        </p:spPr>
      </p:pic>
      <p:pic>
        <p:nvPicPr>
          <p:cNvPr id="50" name="Picture 49" descr="pytest-dev · GitHub">
            <a:extLst>
              <a:ext uri="{FF2B5EF4-FFF2-40B4-BE49-F238E27FC236}">
                <a16:creationId xmlns:a16="http://schemas.microsoft.com/office/drawing/2014/main" id="{508A1D73-924B-892A-AB69-12592C0F4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718" y="6637753"/>
            <a:ext cx="1514475" cy="13525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0CF7210-01C8-3F5B-1598-02E34D66F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131" y="6407726"/>
            <a:ext cx="2434683" cy="1366025"/>
          </a:xfrm>
          <a:prstGeom prst="rect">
            <a:avLst/>
          </a:prstGeom>
        </p:spPr>
      </p:pic>
      <p:pic>
        <p:nvPicPr>
          <p:cNvPr id="52" name="Picture 51" descr="A logo with a black square with white text&#10;&#10;AI-generated content may be incorrect.">
            <a:extLst>
              <a:ext uri="{FF2B5EF4-FFF2-40B4-BE49-F238E27FC236}">
                <a16:creationId xmlns:a16="http://schemas.microsoft.com/office/drawing/2014/main" id="{F4394EDC-2DFC-58BC-780D-B670E551E3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7011" y="2905926"/>
            <a:ext cx="1768863" cy="16294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8213C63-7F59-95F3-1889-863557F45B3B}"/>
                  </a:ext>
                </a:extLst>
              </p14:cNvPr>
              <p14:cNvContentPartPr/>
              <p14:nvPr/>
            </p14:nvContentPartPr>
            <p14:xfrm>
              <a:off x="4119109" y="4104581"/>
              <a:ext cx="160286" cy="842292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8213C63-7F59-95F3-1889-863557F45B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01140" y="4086591"/>
                <a:ext cx="195865" cy="877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F692B4C-52E9-07F7-443D-190102CCEA4B}"/>
                  </a:ext>
                </a:extLst>
              </p14:cNvPr>
              <p14:cNvContentPartPr/>
              <p14:nvPr/>
            </p14:nvContentPartPr>
            <p14:xfrm>
              <a:off x="-649431" y="5732319"/>
              <a:ext cx="12988" cy="12988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F692B4C-52E9-07F7-443D-190102CCEA4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298831" y="5082919"/>
                <a:ext cx="1298800" cy="1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5916A19-2D1B-7EB1-C3AD-0FC6A0D073AA}"/>
                  </a:ext>
                </a:extLst>
              </p14:cNvPr>
              <p14:cNvContentPartPr/>
              <p14:nvPr/>
            </p14:nvContentPartPr>
            <p14:xfrm>
              <a:off x="21673705" y="2632364"/>
              <a:ext cx="12988" cy="12988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5916A19-2D1B-7EB1-C3AD-0FC6A0D073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024305" y="1982964"/>
                <a:ext cx="1298800" cy="1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CA69E52-4866-176A-EA4B-C8BC195B095B}"/>
                  </a:ext>
                </a:extLst>
              </p14:cNvPr>
              <p14:cNvContentPartPr/>
              <p14:nvPr/>
            </p14:nvContentPartPr>
            <p14:xfrm>
              <a:off x="-1965613" y="1801091"/>
              <a:ext cx="12988" cy="12988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CA69E52-4866-176A-EA4B-C8BC195B095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2615013" y="1151691"/>
                <a:ext cx="1298800" cy="1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BD0B58B-06FC-34C8-46AA-D4B256E7FC8D}"/>
                  </a:ext>
                </a:extLst>
              </p14:cNvPr>
              <p14:cNvContentPartPr/>
              <p14:nvPr/>
            </p14:nvContentPartPr>
            <p14:xfrm>
              <a:off x="-1982931" y="1073727"/>
              <a:ext cx="12988" cy="12988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BD0B58B-06FC-34C8-46AA-D4B256E7FC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2632331" y="424327"/>
                <a:ext cx="1298800" cy="1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5C35C2B-B7C9-2C5D-36D9-161991742809}"/>
                  </a:ext>
                </a:extLst>
              </p14:cNvPr>
              <p14:cNvContentPartPr/>
              <p14:nvPr/>
            </p14:nvContentPartPr>
            <p14:xfrm>
              <a:off x="-1342158" y="3861955"/>
              <a:ext cx="12988" cy="12988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5C35C2B-B7C9-2C5D-36D9-16199174280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991558" y="3212555"/>
                <a:ext cx="1298800" cy="1298800"/>
              </a:xfrm>
              <a:prstGeom prst="rect">
                <a:avLst/>
              </a:prstGeom>
            </p:spPr>
          </p:pic>
        </mc:Fallback>
      </mc:AlternateContent>
      <p:sp>
        <p:nvSpPr>
          <p:cNvPr id="68" name="Freeform 27">
            <a:extLst>
              <a:ext uri="{FF2B5EF4-FFF2-40B4-BE49-F238E27FC236}">
                <a16:creationId xmlns:a16="http://schemas.microsoft.com/office/drawing/2014/main" id="{63DEE76A-09B5-1F40-3DEC-0639A4F0228E}"/>
              </a:ext>
            </a:extLst>
          </p:cNvPr>
          <p:cNvSpPr/>
          <p:nvPr/>
        </p:nvSpPr>
        <p:spPr>
          <a:xfrm>
            <a:off x="3695700" y="5044128"/>
            <a:ext cx="2982603" cy="558194"/>
          </a:xfrm>
          <a:custGeom>
            <a:avLst/>
            <a:gdLst/>
            <a:ahLst/>
            <a:cxnLst/>
            <a:rect l="l" t="t" r="r" b="b"/>
            <a:pathLst>
              <a:path w="6897394" h="1290848">
                <a:moveTo>
                  <a:pt x="0" y="0"/>
                </a:moveTo>
                <a:lnTo>
                  <a:pt x="0" y="1290848"/>
                </a:lnTo>
                <a:lnTo>
                  <a:pt x="6897394" y="1290848"/>
                </a:lnTo>
                <a:lnTo>
                  <a:pt x="6897394" y="0"/>
                </a:lnTo>
                <a:lnTo>
                  <a:pt x="0" y="0"/>
                </a:lnTo>
                <a:close/>
                <a:moveTo>
                  <a:pt x="6836434" y="1229888"/>
                </a:moveTo>
                <a:lnTo>
                  <a:pt x="59690" y="1229888"/>
                </a:lnTo>
                <a:lnTo>
                  <a:pt x="59690" y="59690"/>
                </a:lnTo>
                <a:lnTo>
                  <a:pt x="6836434" y="59690"/>
                </a:lnTo>
                <a:lnTo>
                  <a:pt x="6836434" y="1229888"/>
                </a:lnTo>
                <a:close/>
              </a:path>
            </a:pathLst>
          </a:custGeom>
          <a:solidFill>
            <a:srgbClr val="FF68D4"/>
          </a:solidFill>
        </p:spPr>
      </p:sp>
      <p:sp>
        <p:nvSpPr>
          <p:cNvPr id="70" name="Freeform 27">
            <a:extLst>
              <a:ext uri="{FF2B5EF4-FFF2-40B4-BE49-F238E27FC236}">
                <a16:creationId xmlns:a16="http://schemas.microsoft.com/office/drawing/2014/main" id="{209ABB6B-3D41-A829-E662-EBC9FEC7ECD7}"/>
              </a:ext>
            </a:extLst>
          </p:cNvPr>
          <p:cNvSpPr/>
          <p:nvPr/>
        </p:nvSpPr>
        <p:spPr>
          <a:xfrm>
            <a:off x="8039100" y="5040664"/>
            <a:ext cx="2982603" cy="558194"/>
          </a:xfrm>
          <a:custGeom>
            <a:avLst/>
            <a:gdLst/>
            <a:ahLst/>
            <a:cxnLst/>
            <a:rect l="l" t="t" r="r" b="b"/>
            <a:pathLst>
              <a:path w="6897394" h="1290848">
                <a:moveTo>
                  <a:pt x="0" y="0"/>
                </a:moveTo>
                <a:lnTo>
                  <a:pt x="0" y="1290848"/>
                </a:lnTo>
                <a:lnTo>
                  <a:pt x="6897394" y="1290848"/>
                </a:lnTo>
                <a:lnTo>
                  <a:pt x="6897394" y="0"/>
                </a:lnTo>
                <a:lnTo>
                  <a:pt x="0" y="0"/>
                </a:lnTo>
                <a:close/>
                <a:moveTo>
                  <a:pt x="6836434" y="1229888"/>
                </a:moveTo>
                <a:lnTo>
                  <a:pt x="59690" y="1229888"/>
                </a:lnTo>
                <a:lnTo>
                  <a:pt x="59690" y="59690"/>
                </a:lnTo>
                <a:lnTo>
                  <a:pt x="6836434" y="59690"/>
                </a:lnTo>
                <a:lnTo>
                  <a:pt x="6836434" y="1229888"/>
                </a:lnTo>
                <a:close/>
              </a:path>
            </a:pathLst>
          </a:custGeom>
          <a:solidFill>
            <a:srgbClr val="FF68D4"/>
          </a:solidFill>
        </p:spPr>
      </p:sp>
      <p:sp>
        <p:nvSpPr>
          <p:cNvPr id="72" name="Freeform 27">
            <a:extLst>
              <a:ext uri="{FF2B5EF4-FFF2-40B4-BE49-F238E27FC236}">
                <a16:creationId xmlns:a16="http://schemas.microsoft.com/office/drawing/2014/main" id="{222E4733-6F0B-9E11-CB92-CA0A9AD467A7}"/>
              </a:ext>
            </a:extLst>
          </p:cNvPr>
          <p:cNvSpPr/>
          <p:nvPr/>
        </p:nvSpPr>
        <p:spPr>
          <a:xfrm>
            <a:off x="12077700" y="5044127"/>
            <a:ext cx="2982603" cy="558194"/>
          </a:xfrm>
          <a:custGeom>
            <a:avLst/>
            <a:gdLst/>
            <a:ahLst/>
            <a:cxnLst/>
            <a:rect l="l" t="t" r="r" b="b"/>
            <a:pathLst>
              <a:path w="6897394" h="1290848">
                <a:moveTo>
                  <a:pt x="0" y="0"/>
                </a:moveTo>
                <a:lnTo>
                  <a:pt x="0" y="1290848"/>
                </a:lnTo>
                <a:lnTo>
                  <a:pt x="6897394" y="1290848"/>
                </a:lnTo>
                <a:lnTo>
                  <a:pt x="6897394" y="0"/>
                </a:lnTo>
                <a:lnTo>
                  <a:pt x="0" y="0"/>
                </a:lnTo>
                <a:close/>
                <a:moveTo>
                  <a:pt x="6836434" y="1229888"/>
                </a:moveTo>
                <a:lnTo>
                  <a:pt x="59690" y="1229888"/>
                </a:lnTo>
                <a:lnTo>
                  <a:pt x="59690" y="59690"/>
                </a:lnTo>
                <a:lnTo>
                  <a:pt x="6836434" y="59690"/>
                </a:lnTo>
                <a:lnTo>
                  <a:pt x="6836434" y="1229888"/>
                </a:lnTo>
                <a:close/>
              </a:path>
            </a:pathLst>
          </a:custGeom>
          <a:solidFill>
            <a:srgbClr val="FF68D4"/>
          </a:solidFill>
        </p:spPr>
      </p:sp>
      <p:sp>
        <p:nvSpPr>
          <p:cNvPr id="74" name="Freeform 27">
            <a:extLst>
              <a:ext uri="{FF2B5EF4-FFF2-40B4-BE49-F238E27FC236}">
                <a16:creationId xmlns:a16="http://schemas.microsoft.com/office/drawing/2014/main" id="{FE9D846E-9685-CFE9-C527-42F799DD4653}"/>
              </a:ext>
            </a:extLst>
          </p:cNvPr>
          <p:cNvSpPr/>
          <p:nvPr/>
        </p:nvSpPr>
        <p:spPr>
          <a:xfrm>
            <a:off x="3706467" y="8429597"/>
            <a:ext cx="2982603" cy="558194"/>
          </a:xfrm>
          <a:custGeom>
            <a:avLst/>
            <a:gdLst/>
            <a:ahLst/>
            <a:cxnLst/>
            <a:rect l="l" t="t" r="r" b="b"/>
            <a:pathLst>
              <a:path w="6897394" h="1290848">
                <a:moveTo>
                  <a:pt x="0" y="0"/>
                </a:moveTo>
                <a:lnTo>
                  <a:pt x="0" y="1290848"/>
                </a:lnTo>
                <a:lnTo>
                  <a:pt x="6897394" y="1290848"/>
                </a:lnTo>
                <a:lnTo>
                  <a:pt x="6897394" y="0"/>
                </a:lnTo>
                <a:lnTo>
                  <a:pt x="0" y="0"/>
                </a:lnTo>
                <a:close/>
                <a:moveTo>
                  <a:pt x="6836434" y="1229888"/>
                </a:moveTo>
                <a:lnTo>
                  <a:pt x="59690" y="1229888"/>
                </a:lnTo>
                <a:lnTo>
                  <a:pt x="59690" y="59690"/>
                </a:lnTo>
                <a:lnTo>
                  <a:pt x="6836434" y="59690"/>
                </a:lnTo>
                <a:lnTo>
                  <a:pt x="6836434" y="1229888"/>
                </a:lnTo>
                <a:close/>
              </a:path>
            </a:pathLst>
          </a:custGeom>
          <a:solidFill>
            <a:srgbClr val="FF68D4"/>
          </a:solidFill>
        </p:spPr>
      </p:sp>
      <p:sp>
        <p:nvSpPr>
          <p:cNvPr id="76" name="Freeform 27">
            <a:extLst>
              <a:ext uri="{FF2B5EF4-FFF2-40B4-BE49-F238E27FC236}">
                <a16:creationId xmlns:a16="http://schemas.microsoft.com/office/drawing/2014/main" id="{50386911-C38E-A4C0-2F97-67F882E2EE94}"/>
              </a:ext>
            </a:extLst>
          </p:cNvPr>
          <p:cNvSpPr/>
          <p:nvPr/>
        </p:nvSpPr>
        <p:spPr>
          <a:xfrm>
            <a:off x="8036292" y="8428474"/>
            <a:ext cx="2982603" cy="558194"/>
          </a:xfrm>
          <a:custGeom>
            <a:avLst/>
            <a:gdLst/>
            <a:ahLst/>
            <a:cxnLst/>
            <a:rect l="l" t="t" r="r" b="b"/>
            <a:pathLst>
              <a:path w="6897394" h="1290848">
                <a:moveTo>
                  <a:pt x="0" y="0"/>
                </a:moveTo>
                <a:lnTo>
                  <a:pt x="0" y="1290848"/>
                </a:lnTo>
                <a:lnTo>
                  <a:pt x="6897394" y="1290848"/>
                </a:lnTo>
                <a:lnTo>
                  <a:pt x="6897394" y="0"/>
                </a:lnTo>
                <a:lnTo>
                  <a:pt x="0" y="0"/>
                </a:lnTo>
                <a:close/>
                <a:moveTo>
                  <a:pt x="6836434" y="1229888"/>
                </a:moveTo>
                <a:lnTo>
                  <a:pt x="59690" y="1229888"/>
                </a:lnTo>
                <a:lnTo>
                  <a:pt x="59690" y="59690"/>
                </a:lnTo>
                <a:lnTo>
                  <a:pt x="6836434" y="59690"/>
                </a:lnTo>
                <a:lnTo>
                  <a:pt x="6836434" y="1229888"/>
                </a:lnTo>
                <a:close/>
              </a:path>
            </a:pathLst>
          </a:custGeom>
          <a:solidFill>
            <a:srgbClr val="FF68D4"/>
          </a:solidFill>
        </p:spPr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9947954-A193-9E88-08D8-D00FF1127674}"/>
              </a:ext>
            </a:extLst>
          </p:cNvPr>
          <p:cNvSpPr txBox="1"/>
          <p:nvPr/>
        </p:nvSpPr>
        <p:spPr>
          <a:xfrm>
            <a:off x="3822988" y="5087216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Muli"/>
                <a:ea typeface="Calibri"/>
                <a:cs typeface="Calibri"/>
              </a:rPr>
              <a:t>PyCharm IDE</a:t>
            </a:r>
            <a:endParaRPr lang="en-US" sz="2400">
              <a:latin typeface="Muli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378A260-2D04-21D5-4678-62CC56AFEE5C}"/>
              </a:ext>
            </a:extLst>
          </p:cNvPr>
          <p:cNvSpPr txBox="1"/>
          <p:nvPr/>
        </p:nvSpPr>
        <p:spPr>
          <a:xfrm>
            <a:off x="8143875" y="5074227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Muli"/>
                <a:ea typeface="Calibri"/>
                <a:cs typeface="Calibri"/>
              </a:rPr>
              <a:t>Python</a:t>
            </a:r>
            <a:endParaRPr lang="en-US" sz="2400">
              <a:latin typeface="Mul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301E0B-4F4A-3135-FAE6-E883139B484A}"/>
              </a:ext>
            </a:extLst>
          </p:cNvPr>
          <p:cNvSpPr txBox="1"/>
          <p:nvPr/>
        </p:nvSpPr>
        <p:spPr>
          <a:xfrm>
            <a:off x="12191999" y="5082886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Muli"/>
                <a:ea typeface="Calibri"/>
                <a:cs typeface="Calibri"/>
              </a:rPr>
              <a:t>Selenium</a:t>
            </a:r>
            <a:endParaRPr lang="en-US" sz="2400">
              <a:latin typeface="Muli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24DD99-9587-DD09-1D92-3FC6D309D966}"/>
              </a:ext>
            </a:extLst>
          </p:cNvPr>
          <p:cNvSpPr txBox="1"/>
          <p:nvPr/>
        </p:nvSpPr>
        <p:spPr>
          <a:xfrm>
            <a:off x="3822637" y="8515279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Muli"/>
                <a:ea typeface="Calibri"/>
                <a:cs typeface="Calibri"/>
              </a:rPr>
              <a:t>PyTest</a:t>
            </a:r>
            <a:endParaRPr lang="en-US" sz="2400">
              <a:latin typeface="Muli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94CAE5-959F-ED7F-BAC8-8AFF5C48C62B}"/>
              </a:ext>
            </a:extLst>
          </p:cNvPr>
          <p:cNvSpPr txBox="1"/>
          <p:nvPr/>
        </p:nvSpPr>
        <p:spPr>
          <a:xfrm>
            <a:off x="8156512" y="8480643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Muli"/>
                <a:ea typeface="Calibri"/>
                <a:cs typeface="Calibri"/>
              </a:rPr>
              <a:t>GitHub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71EE459-6A1B-E4A1-8C6B-18AFDDDCCB6C}"/>
                  </a:ext>
                </a:extLst>
              </p14:cNvPr>
              <p14:cNvContentPartPr/>
              <p14:nvPr/>
            </p14:nvContentPartPr>
            <p14:xfrm>
              <a:off x="6027376" y="2779518"/>
              <a:ext cx="167804" cy="467094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1EE459-6A1B-E4A1-8C6B-18AFDDDCCB6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09410" y="2761539"/>
                <a:ext cx="203377" cy="502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F3847B6-6765-9A95-26DF-1C1C66C80C9C}"/>
                  </a:ext>
                </a:extLst>
              </p14:cNvPr>
              <p14:cNvContentPartPr/>
              <p14:nvPr/>
            </p14:nvContentPartPr>
            <p14:xfrm>
              <a:off x="5995417" y="3040796"/>
              <a:ext cx="323552" cy="343809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F3847B6-6765-9A95-26DF-1C1C66C80C9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77442" y="3022814"/>
                <a:ext cx="359143" cy="379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C539A0E-F44D-1093-70F9-57673A0B7E9E}"/>
                  </a:ext>
                </a:extLst>
              </p14:cNvPr>
              <p14:cNvContentPartPr/>
              <p14:nvPr/>
            </p14:nvContentPartPr>
            <p14:xfrm>
              <a:off x="5976089" y="3241826"/>
              <a:ext cx="352520" cy="213749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C539A0E-F44D-1093-70F9-57673A0B7E9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958103" y="3223864"/>
                <a:ext cx="388132" cy="2493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A04A1EC-D00F-CFA8-2A5F-7A626294E843}"/>
                  </a:ext>
                </a:extLst>
              </p14:cNvPr>
              <p14:cNvContentPartPr/>
              <p14:nvPr/>
            </p14:nvContentPartPr>
            <p14:xfrm>
              <a:off x="-2815023" y="1560041"/>
              <a:ext cx="11584" cy="1158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A04A1EC-D00F-CFA8-2A5F-7A626294E84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3394223" y="980841"/>
                <a:ext cx="1158400" cy="11584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 descr="A colorful logo with a white background&#10;&#10;AI-generated content may be incorrect.">
            <a:extLst>
              <a:ext uri="{FF2B5EF4-FFF2-40B4-BE49-F238E27FC236}">
                <a16:creationId xmlns:a16="http://schemas.microsoft.com/office/drawing/2014/main" id="{CFA75E97-EC1A-9B19-3D3B-9D1912A420D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308102" y="6548824"/>
            <a:ext cx="2321526" cy="13752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42E710-65E9-9507-68DF-E9CF44FFCB84}"/>
                  </a:ext>
                </a:extLst>
              </p14:cNvPr>
              <p14:cNvContentPartPr/>
              <p14:nvPr/>
            </p14:nvContentPartPr>
            <p14:xfrm>
              <a:off x="14196413" y="6486715"/>
              <a:ext cx="710401" cy="1505725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42E710-65E9-9507-68DF-E9CF44FFCB8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178419" y="6468721"/>
                <a:ext cx="746029" cy="15413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888C8C-6DB4-C9D3-2C6F-E196949A8A66}"/>
                  </a:ext>
                </a:extLst>
              </p14:cNvPr>
              <p14:cNvContentPartPr/>
              <p14:nvPr/>
            </p14:nvContentPartPr>
            <p14:xfrm>
              <a:off x="14343894" y="6640952"/>
              <a:ext cx="546512" cy="1718546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888C8C-6DB4-C9D3-2C6F-E196949A8A6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325905" y="6622953"/>
                <a:ext cx="582131" cy="175418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Freeform 27">
            <a:extLst>
              <a:ext uri="{FF2B5EF4-FFF2-40B4-BE49-F238E27FC236}">
                <a16:creationId xmlns:a16="http://schemas.microsoft.com/office/drawing/2014/main" id="{DD58CF15-169E-9538-1AB3-45784BBD475D}"/>
              </a:ext>
            </a:extLst>
          </p:cNvPr>
          <p:cNvSpPr/>
          <p:nvPr/>
        </p:nvSpPr>
        <p:spPr>
          <a:xfrm>
            <a:off x="12191251" y="8382136"/>
            <a:ext cx="2982603" cy="558194"/>
          </a:xfrm>
          <a:custGeom>
            <a:avLst/>
            <a:gdLst/>
            <a:ahLst/>
            <a:cxnLst/>
            <a:rect l="l" t="t" r="r" b="b"/>
            <a:pathLst>
              <a:path w="6897394" h="1290848">
                <a:moveTo>
                  <a:pt x="0" y="0"/>
                </a:moveTo>
                <a:lnTo>
                  <a:pt x="0" y="1290848"/>
                </a:lnTo>
                <a:lnTo>
                  <a:pt x="6897394" y="1290848"/>
                </a:lnTo>
                <a:lnTo>
                  <a:pt x="6897394" y="0"/>
                </a:lnTo>
                <a:lnTo>
                  <a:pt x="0" y="0"/>
                </a:lnTo>
                <a:close/>
                <a:moveTo>
                  <a:pt x="6836434" y="1229888"/>
                </a:moveTo>
                <a:lnTo>
                  <a:pt x="59690" y="1229888"/>
                </a:lnTo>
                <a:lnTo>
                  <a:pt x="59690" y="59690"/>
                </a:lnTo>
                <a:lnTo>
                  <a:pt x="6836434" y="59690"/>
                </a:lnTo>
                <a:lnTo>
                  <a:pt x="6836434" y="1229888"/>
                </a:lnTo>
                <a:close/>
              </a:path>
            </a:pathLst>
          </a:custGeom>
          <a:solidFill>
            <a:srgbClr val="FF68D4"/>
          </a:solid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261C8-CA0A-DF85-A655-80B3A9961C58}"/>
              </a:ext>
            </a:extLst>
          </p:cNvPr>
          <p:cNvSpPr txBox="1"/>
          <p:nvPr/>
        </p:nvSpPr>
        <p:spPr>
          <a:xfrm>
            <a:off x="12311471" y="8434305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Muli"/>
                <a:ea typeface="Calibri"/>
                <a:cs typeface="Calibri"/>
              </a:rPr>
              <a:t>Copilot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A14B4AB-2FB3-6429-0A48-1390E81DE5E4}"/>
                  </a:ext>
                </a:extLst>
              </p14:cNvPr>
              <p14:cNvContentPartPr/>
              <p14:nvPr/>
            </p14:nvContentPartPr>
            <p14:xfrm>
              <a:off x="6014482" y="3831623"/>
              <a:ext cx="144587" cy="107092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A14B4AB-2FB3-6429-0A48-1390E81DE5E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996499" y="3813715"/>
                <a:ext cx="180194" cy="1425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A0F468-6914-7903-A26C-89B8BFF633EF}"/>
                  </a:ext>
                </a:extLst>
              </p14:cNvPr>
              <p14:cNvContentPartPr/>
              <p14:nvPr/>
            </p14:nvContentPartPr>
            <p14:xfrm>
              <a:off x="6034143" y="3615875"/>
              <a:ext cx="431143" cy="416452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A0F468-6914-7903-A26C-89B8BFF633E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016164" y="3597893"/>
                <a:ext cx="466742" cy="4520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CE8961-0304-195A-57E8-5801DBF36130}"/>
                  </a:ext>
                </a:extLst>
              </p14:cNvPr>
              <p14:cNvContentPartPr/>
              <p14:nvPr/>
            </p14:nvContentPartPr>
            <p14:xfrm>
              <a:off x="4236486" y="4432216"/>
              <a:ext cx="1032400" cy="411604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CE8961-0304-195A-57E8-5801DBF3613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218487" y="4414226"/>
                <a:ext cx="1068037" cy="4472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067658D-B2F8-FB4B-2853-4639E39FFE25}"/>
                  </a:ext>
                </a:extLst>
              </p14:cNvPr>
              <p14:cNvContentPartPr/>
              <p14:nvPr/>
            </p14:nvContentPartPr>
            <p14:xfrm>
              <a:off x="6052150" y="3519062"/>
              <a:ext cx="195880" cy="141626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067658D-B2F8-FB4B-2853-4639E39FFE2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034179" y="3501135"/>
                <a:ext cx="231462" cy="177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37CE16E-A550-B669-C7B0-21AA3FB66874}"/>
                  </a:ext>
                </a:extLst>
              </p14:cNvPr>
              <p14:cNvContentPartPr/>
              <p14:nvPr/>
            </p14:nvContentPartPr>
            <p14:xfrm>
              <a:off x="6022390" y="3396996"/>
              <a:ext cx="307182" cy="1065719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37CE16E-A550-B669-C7B0-21AA3FB6687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004405" y="3379000"/>
                <a:ext cx="342792" cy="11013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A8DE023-1445-AEEE-C6DC-A9A4AD2B9401}"/>
                  </a:ext>
                </a:extLst>
              </p14:cNvPr>
              <p14:cNvContentPartPr/>
              <p14:nvPr/>
            </p14:nvContentPartPr>
            <p14:xfrm>
              <a:off x="6054668" y="3938716"/>
              <a:ext cx="1092561" cy="704007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A8DE023-1445-AEEE-C6DC-A9A4AD2B940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036675" y="3920720"/>
                <a:ext cx="1128188" cy="7396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71D199A-2A13-900B-9967-D1527EF6E4D2}"/>
                  </a:ext>
                </a:extLst>
              </p14:cNvPr>
              <p14:cNvContentPartPr/>
              <p14:nvPr/>
            </p14:nvContentPartPr>
            <p14:xfrm>
              <a:off x="4676259" y="4451312"/>
              <a:ext cx="1403529" cy="2425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71D199A-2A13-900B-9967-D1527EF6E4D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658265" y="4433319"/>
                <a:ext cx="1439157" cy="2781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52EAFD4-1129-E820-8277-DED1F1843D1B}"/>
                  </a:ext>
                </a:extLst>
              </p14:cNvPr>
              <p14:cNvContentPartPr/>
              <p14:nvPr/>
            </p14:nvContentPartPr>
            <p14:xfrm>
              <a:off x="4712883" y="4463879"/>
              <a:ext cx="1219435" cy="62438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52EAFD4-1129-E820-8277-DED1F1843D1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694887" y="4446040"/>
                <a:ext cx="1255068" cy="9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C05CF85-E3D9-1E69-ED9E-C5A87502C6A2}"/>
                  </a:ext>
                </a:extLst>
              </p14:cNvPr>
              <p14:cNvContentPartPr/>
              <p14:nvPr/>
            </p14:nvContentPartPr>
            <p14:xfrm>
              <a:off x="5124703" y="4391200"/>
              <a:ext cx="1142488" cy="301056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C05CF85-E3D9-1E69-ED9E-C5A87502C6A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106711" y="4373237"/>
                <a:ext cx="1178112" cy="3366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110DAFE-D341-FF57-7A0C-D54972F22D5C}"/>
                  </a:ext>
                </a:extLst>
              </p14:cNvPr>
              <p14:cNvContentPartPr/>
              <p14:nvPr/>
            </p14:nvContentPartPr>
            <p14:xfrm>
              <a:off x="5216869" y="4494769"/>
              <a:ext cx="12134" cy="75465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110DAFE-D341-FF57-7A0C-D54972F22D5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199535" y="4476801"/>
                <a:ext cx="46456" cy="1110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3A3518-4E4A-4C4A-5BBF-CE5572513113}"/>
                  </a:ext>
                </a:extLst>
              </p14:cNvPr>
              <p14:cNvContentPartPr/>
              <p14:nvPr/>
            </p14:nvContentPartPr>
            <p14:xfrm>
              <a:off x="13850500" y="7743834"/>
              <a:ext cx="1170854" cy="589052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3A3518-4E4A-4C4A-5BBF-CE557251311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3832863" y="7725842"/>
                <a:ext cx="1206487" cy="624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B4E7249-4356-06EF-3617-35AED8F300C0}"/>
                  </a:ext>
                </a:extLst>
              </p14:cNvPr>
              <p14:cNvContentPartPr/>
              <p14:nvPr/>
            </p14:nvContentPartPr>
            <p14:xfrm>
              <a:off x="12082361" y="7770207"/>
              <a:ext cx="1038444" cy="265982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B4E7249-4356-06EF-3617-35AED8F300C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2064730" y="7752595"/>
                <a:ext cx="1074066" cy="301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13B4208-6454-A2EF-8A15-ACC940FC09ED}"/>
                  </a:ext>
                </a:extLst>
              </p14:cNvPr>
              <p14:cNvContentPartPr/>
              <p14:nvPr/>
            </p14:nvContentPartPr>
            <p14:xfrm>
              <a:off x="12543455" y="7835223"/>
              <a:ext cx="521752" cy="294394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13B4208-6454-A2EF-8A15-ACC940FC09E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2525823" y="7817250"/>
                <a:ext cx="557375" cy="3299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0131731-1973-28D4-0411-DA413749A41F}"/>
                  </a:ext>
                </a:extLst>
              </p14:cNvPr>
              <p14:cNvContentPartPr/>
              <p14:nvPr/>
            </p14:nvContentPartPr>
            <p14:xfrm>
              <a:off x="12635586" y="7819230"/>
              <a:ext cx="535054" cy="265754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0131731-1973-28D4-0411-DA413749A41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2617595" y="7801249"/>
                <a:ext cx="570676" cy="301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1CBE355-2F11-4170-DDA8-6C4CE5C4E213}"/>
                  </a:ext>
                </a:extLst>
              </p14:cNvPr>
              <p14:cNvContentPartPr/>
              <p14:nvPr/>
            </p14:nvContentPartPr>
            <p14:xfrm>
              <a:off x="13124928" y="7898543"/>
              <a:ext cx="967590" cy="16339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1CBE355-2F11-4170-DDA8-6C4CE5C4E21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3107296" y="7881138"/>
                <a:ext cx="1003213" cy="51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0E724CB-4050-1B33-EB0C-147D889863C3}"/>
                  </a:ext>
                </a:extLst>
              </p14:cNvPr>
              <p14:cNvContentPartPr/>
              <p14:nvPr/>
            </p14:nvContentPartPr>
            <p14:xfrm>
              <a:off x="12858749" y="7909095"/>
              <a:ext cx="722113" cy="162363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0E724CB-4050-1B33-EB0C-147D889863C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2840759" y="7891494"/>
                <a:ext cx="757733" cy="197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40641FF-A52E-0CEE-986F-089E7CD1B9CC}"/>
                  </a:ext>
                </a:extLst>
              </p14:cNvPr>
              <p14:cNvContentPartPr/>
              <p14:nvPr/>
            </p14:nvContentPartPr>
            <p14:xfrm>
              <a:off x="13430935" y="7898036"/>
              <a:ext cx="352049" cy="63819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40641FF-A52E-0CEE-986F-089E7CD1B9C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3412955" y="7880468"/>
                <a:ext cx="387649" cy="993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A6357F0-1807-0CD8-E05B-CB0643A3ACA5}"/>
                  </a:ext>
                </a:extLst>
              </p14:cNvPr>
              <p14:cNvContentPartPr/>
              <p14:nvPr/>
            </p14:nvContentPartPr>
            <p14:xfrm>
              <a:off x="13042915" y="7541328"/>
              <a:ext cx="2645061" cy="465303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A6357F0-1807-0CD8-E05B-CB0643A3ACA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3024916" y="7523349"/>
                <a:ext cx="2680698" cy="50090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22EC7-4D23-0E11-D1C1-8A08AE124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C47E2C0-E173-F408-D07E-FEF4B20D3DE2}"/>
              </a:ext>
            </a:extLst>
          </p:cNvPr>
          <p:cNvSpPr/>
          <p:nvPr/>
        </p:nvSpPr>
        <p:spPr>
          <a:xfrm>
            <a:off x="-2686492" y="6892553"/>
            <a:ext cx="5841183" cy="5959411"/>
          </a:xfrm>
          <a:custGeom>
            <a:avLst/>
            <a:gdLst/>
            <a:ahLst/>
            <a:cxnLst/>
            <a:rect l="l" t="t" r="r" b="b"/>
            <a:pathLst>
              <a:path w="11432615" h="11411829">
                <a:moveTo>
                  <a:pt x="0" y="0"/>
                </a:moveTo>
                <a:lnTo>
                  <a:pt x="11432616" y="0"/>
                </a:lnTo>
                <a:lnTo>
                  <a:pt x="11432616" y="11411829"/>
                </a:lnTo>
                <a:lnTo>
                  <a:pt x="0" y="1141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D1805EE-135D-DD75-169C-1BAFE8366D85}"/>
              </a:ext>
            </a:extLst>
          </p:cNvPr>
          <p:cNvSpPr txBox="1"/>
          <p:nvPr/>
        </p:nvSpPr>
        <p:spPr>
          <a:xfrm>
            <a:off x="695421" y="703066"/>
            <a:ext cx="16904683" cy="1480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50">
                <a:solidFill>
                  <a:srgbClr val="000000"/>
                </a:solidFill>
                <a:latin typeface="Playfair Display Bold"/>
                <a:ea typeface="Playfair Display"/>
                <a:cs typeface="Playfair Display"/>
              </a:rPr>
              <a:t>Implementation Plan</a:t>
            </a:r>
            <a:endParaRPr lang="en-US"/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818AE123-783F-8274-535E-8C100104A994}"/>
              </a:ext>
            </a:extLst>
          </p:cNvPr>
          <p:cNvSpPr txBox="1"/>
          <p:nvPr/>
        </p:nvSpPr>
        <p:spPr>
          <a:xfrm>
            <a:off x="5672811" y="3238175"/>
            <a:ext cx="9455185" cy="5761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3200">
                <a:latin typeface="Muli"/>
              </a:rPr>
              <a:t>Setup and Configuration </a:t>
            </a:r>
            <a:endParaRPr lang="en-US">
              <a:ea typeface="Calibri"/>
              <a:cs typeface="Calibri"/>
            </a:endParaRP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3200">
                <a:latin typeface="Muli"/>
              </a:rPr>
              <a:t>Test Data Preparation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3200">
                <a:latin typeface="Muli"/>
              </a:rPr>
              <a:t>Page Object Model (POM) Design</a:t>
            </a:r>
            <a:endParaRPr lang="en-US" sz="3200">
              <a:latin typeface="Muli"/>
              <a:ea typeface="Calibri"/>
              <a:cs typeface="Calibri"/>
            </a:endParaRPr>
          </a:p>
          <a:p>
            <a:pPr marL="342900" indent="-342900">
              <a:lnSpc>
                <a:spcPct val="200000"/>
              </a:lnSpc>
              <a:buFont typeface="Arial,Sans-Serif"/>
              <a:buChar char="•"/>
            </a:pPr>
            <a:r>
              <a:rPr lang="en-US" sz="3200">
                <a:latin typeface="Muli"/>
              </a:rPr>
              <a:t>Test Script Development</a:t>
            </a:r>
          </a:p>
          <a:p>
            <a:pPr marL="342900" indent="-342900">
              <a:lnSpc>
                <a:spcPct val="200000"/>
              </a:lnSpc>
              <a:buFont typeface="Arial,Sans-Serif"/>
              <a:buChar char="•"/>
            </a:pPr>
            <a:r>
              <a:rPr lang="en-US" sz="3200">
                <a:latin typeface="Muli"/>
              </a:rPr>
              <a:t>Test Execution</a:t>
            </a:r>
          </a:p>
          <a:p>
            <a:pPr marL="342900" indent="-342900">
              <a:lnSpc>
                <a:spcPct val="200000"/>
              </a:lnSpc>
              <a:buFont typeface="Arial,Sans-Serif"/>
              <a:buChar char="•"/>
            </a:pPr>
            <a:r>
              <a:rPr lang="en-US" sz="3200">
                <a:latin typeface="Muli"/>
              </a:rPr>
              <a:t>Result Reporting and Validation Generate </a:t>
            </a:r>
          </a:p>
        </p:txBody>
      </p:sp>
    </p:spTree>
    <p:extLst>
      <p:ext uri="{BB962C8B-B14F-4D97-AF65-F5344CB8AC3E}">
        <p14:creationId xmlns:p14="http://schemas.microsoft.com/office/powerpoint/2010/main" val="422570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3911-45E5-7C90-86B0-03BE95A19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>
            <a:extLst>
              <a:ext uri="{FF2B5EF4-FFF2-40B4-BE49-F238E27FC236}">
                <a16:creationId xmlns:a16="http://schemas.microsoft.com/office/drawing/2014/main" id="{00E1D0B5-F4B4-C54B-1C95-D8F73094F647}"/>
              </a:ext>
            </a:extLst>
          </p:cNvPr>
          <p:cNvSpPr txBox="1"/>
          <p:nvPr/>
        </p:nvSpPr>
        <p:spPr>
          <a:xfrm>
            <a:off x="2729057" y="566061"/>
            <a:ext cx="1352233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Design and Development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7B553B-C1AE-D17F-78EC-547EF74B115E}"/>
              </a:ext>
            </a:extLst>
          </p:cNvPr>
          <p:cNvSpPr>
            <a:spLocks noGrp="1"/>
          </p:cNvSpPr>
          <p:nvPr/>
        </p:nvSpPr>
        <p:spPr>
          <a:xfrm>
            <a:off x="4615073" y="2779260"/>
            <a:ext cx="9748274" cy="70249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20000"/>
              </a:lnSpc>
              <a:buChar char="•"/>
            </a:pPr>
            <a:r>
              <a:rPr lang="en-US" sz="2600" dirty="0">
                <a:latin typeface="Muli"/>
                <a:ea typeface="+mn-lt"/>
                <a:cs typeface="+mn-lt"/>
              </a:rPr>
              <a:t>Used Page Object Model (POM) for modular page structure </a:t>
            </a:r>
            <a:endParaRPr lang="en-US" sz="2600" dirty="0">
              <a:latin typeface="Muli"/>
              <a:ea typeface="Calibri"/>
              <a:cs typeface="Calibri"/>
            </a:endParaRPr>
          </a:p>
          <a:p>
            <a:pPr algn="l">
              <a:buChar char="•"/>
            </a:pPr>
            <a:endParaRPr lang="en-US" sz="2600" dirty="0">
              <a:latin typeface="Muli"/>
              <a:ea typeface="Calibri"/>
              <a:cs typeface="Calibri"/>
            </a:endParaRPr>
          </a:p>
          <a:p>
            <a:pPr marL="457200" indent="-457200" algn="l">
              <a:lnSpc>
                <a:spcPct val="120000"/>
              </a:lnSpc>
              <a:buChar char="•"/>
            </a:pPr>
            <a:r>
              <a:rPr lang="en-US" sz="2600" dirty="0">
                <a:latin typeface="Muli"/>
                <a:ea typeface="+mn-lt"/>
                <a:cs typeface="+mn-lt"/>
              </a:rPr>
              <a:t>Created </a:t>
            </a:r>
            <a:r>
              <a:rPr lang="en-US" sz="2600" err="1">
                <a:latin typeface="Muli"/>
                <a:ea typeface="+mn-lt"/>
                <a:cs typeface="+mn-lt"/>
              </a:rPr>
              <a:t>BaseTest</a:t>
            </a:r>
            <a:r>
              <a:rPr lang="en-US" sz="2600" dirty="0">
                <a:latin typeface="Muli"/>
                <a:ea typeface="+mn-lt"/>
                <a:cs typeface="+mn-lt"/>
              </a:rPr>
              <a:t> for driver setup, teardown and helper methods </a:t>
            </a:r>
            <a:endParaRPr lang="en-US" sz="2600" dirty="0">
              <a:latin typeface="Muli"/>
              <a:ea typeface="Calibri"/>
              <a:cs typeface="Calibri"/>
            </a:endParaRPr>
          </a:p>
          <a:p>
            <a:pPr algn="l">
              <a:buChar char="•"/>
            </a:pPr>
            <a:endParaRPr lang="en-US" sz="2600" dirty="0">
              <a:latin typeface="Muli"/>
              <a:ea typeface="Calibri"/>
              <a:cs typeface="Calibri"/>
            </a:endParaRPr>
          </a:p>
          <a:p>
            <a:pPr marL="457200" indent="-457200" algn="l">
              <a:buChar char="•"/>
            </a:pPr>
            <a:r>
              <a:rPr lang="en-US" sz="2600" dirty="0">
                <a:latin typeface="Muli"/>
                <a:ea typeface="+mn-lt"/>
                <a:cs typeface="+mn-lt"/>
              </a:rPr>
              <a:t>Managed test data via JSON for flexibility </a:t>
            </a:r>
            <a:endParaRPr lang="en-US" sz="2600" dirty="0">
              <a:latin typeface="Muli"/>
              <a:ea typeface="Calibri"/>
              <a:cs typeface="Calibri"/>
            </a:endParaRPr>
          </a:p>
          <a:p>
            <a:pPr algn="l">
              <a:buChar char="•"/>
            </a:pPr>
            <a:endParaRPr lang="en-US" sz="2600" dirty="0">
              <a:latin typeface="Muli"/>
              <a:ea typeface="Calibri"/>
              <a:cs typeface="Calibri"/>
            </a:endParaRPr>
          </a:p>
          <a:p>
            <a:pPr marL="457200" indent="-457200" algn="l">
              <a:lnSpc>
                <a:spcPct val="110000"/>
              </a:lnSpc>
              <a:buChar char="•"/>
            </a:pPr>
            <a:r>
              <a:rPr lang="en-US" sz="2600" dirty="0">
                <a:latin typeface="Muli"/>
                <a:ea typeface="+mn-lt"/>
                <a:cs typeface="+mn-lt"/>
              </a:rPr>
              <a:t>Developed modular </a:t>
            </a:r>
            <a:r>
              <a:rPr lang="en-US" sz="2600" err="1">
                <a:latin typeface="Muli"/>
                <a:ea typeface="+mn-lt"/>
                <a:cs typeface="+mn-lt"/>
              </a:rPr>
              <a:t>PyTest</a:t>
            </a:r>
            <a:r>
              <a:rPr lang="en-US" sz="2600" dirty="0">
                <a:latin typeface="Muli"/>
                <a:ea typeface="+mn-lt"/>
                <a:cs typeface="+mn-lt"/>
              </a:rPr>
              <a:t> scripts for clarity and reusability </a:t>
            </a:r>
            <a:endParaRPr lang="en-US" sz="2600" dirty="0">
              <a:latin typeface="Muli"/>
              <a:ea typeface="Calibri"/>
              <a:cs typeface="Calibri"/>
            </a:endParaRPr>
          </a:p>
          <a:p>
            <a:pPr algn="l">
              <a:buChar char="•"/>
            </a:pPr>
            <a:endParaRPr lang="en-US" sz="2600" dirty="0">
              <a:latin typeface="Muli"/>
              <a:ea typeface="Calibri"/>
              <a:cs typeface="Calibri"/>
            </a:endParaRPr>
          </a:p>
          <a:p>
            <a:pPr marL="457200" indent="-457200" algn="l">
              <a:lnSpc>
                <a:spcPct val="110000"/>
              </a:lnSpc>
              <a:buChar char="•"/>
            </a:pPr>
            <a:r>
              <a:rPr lang="en-US" sz="2600" dirty="0">
                <a:latin typeface="Muli"/>
                <a:ea typeface="+mn-lt"/>
                <a:cs typeface="+mn-lt"/>
              </a:rPr>
              <a:t>Implemented robust action methods (click, type, scroll, wait) </a:t>
            </a:r>
            <a:endParaRPr lang="en-US" sz="2600" dirty="0">
              <a:latin typeface="Muli"/>
              <a:ea typeface="Calibri"/>
              <a:cs typeface="Calibri"/>
            </a:endParaRPr>
          </a:p>
          <a:p>
            <a:pPr algn="l">
              <a:buChar char="•"/>
            </a:pPr>
            <a:endParaRPr lang="en-US" sz="2600" dirty="0">
              <a:latin typeface="Muli"/>
              <a:ea typeface="Calibri"/>
              <a:cs typeface="Calibri"/>
            </a:endParaRPr>
          </a:p>
          <a:p>
            <a:pPr marL="457200" indent="-457200" algn="l">
              <a:lnSpc>
                <a:spcPct val="150000"/>
              </a:lnSpc>
              <a:buChar char="•"/>
            </a:pPr>
            <a:r>
              <a:rPr lang="en-US" sz="2600" dirty="0">
                <a:latin typeface="Muli"/>
                <a:ea typeface="+mn-lt"/>
                <a:cs typeface="+mn-lt"/>
              </a:rPr>
              <a:t>Supported full E2E flow and individual scenario tests </a:t>
            </a:r>
            <a:endParaRPr lang="en-US" sz="2600" dirty="0">
              <a:latin typeface="Muli"/>
              <a:ea typeface="Calibri"/>
              <a:cs typeface="Calibri"/>
            </a:endParaRP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2193DE32-49B7-5AB7-BD86-A45A74ADE4C2}"/>
              </a:ext>
            </a:extLst>
          </p:cNvPr>
          <p:cNvSpPr/>
          <p:nvPr/>
        </p:nvSpPr>
        <p:spPr>
          <a:xfrm rot="16200000">
            <a:off x="14866020" y="7259249"/>
            <a:ext cx="4739043" cy="4747675"/>
          </a:xfrm>
          <a:custGeom>
            <a:avLst/>
            <a:gdLst/>
            <a:ahLst/>
            <a:cxnLst/>
            <a:rect l="l" t="t" r="r" b="b"/>
            <a:pathLst>
              <a:path w="4739043" h="4747675">
                <a:moveTo>
                  <a:pt x="0" y="0"/>
                </a:moveTo>
                <a:lnTo>
                  <a:pt x="4739043" y="0"/>
                </a:lnTo>
                <a:lnTo>
                  <a:pt x="4739043" y="4747675"/>
                </a:lnTo>
                <a:lnTo>
                  <a:pt x="0" y="47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57040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2AE7C-5C2E-1DB7-9147-E1EDA8F4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>
            <a:extLst>
              <a:ext uri="{FF2B5EF4-FFF2-40B4-BE49-F238E27FC236}">
                <a16:creationId xmlns:a16="http://schemas.microsoft.com/office/drawing/2014/main" id="{866BE3EA-F94E-6441-74AA-5A2E7AAC8730}"/>
              </a:ext>
            </a:extLst>
          </p:cNvPr>
          <p:cNvSpPr txBox="1"/>
          <p:nvPr/>
        </p:nvSpPr>
        <p:spPr>
          <a:xfrm>
            <a:off x="2729057" y="566061"/>
            <a:ext cx="1352233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Folder Structure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075E1F23-CBDF-FE4F-8995-D653C402F075}"/>
              </a:ext>
            </a:extLst>
          </p:cNvPr>
          <p:cNvSpPr/>
          <p:nvPr/>
        </p:nvSpPr>
        <p:spPr>
          <a:xfrm>
            <a:off x="-1788122" y="5530533"/>
            <a:ext cx="4739043" cy="4747675"/>
          </a:xfrm>
          <a:custGeom>
            <a:avLst/>
            <a:gdLst/>
            <a:ahLst/>
            <a:cxnLst/>
            <a:rect l="l" t="t" r="r" b="b"/>
            <a:pathLst>
              <a:path w="4739043" h="4747675">
                <a:moveTo>
                  <a:pt x="0" y="0"/>
                </a:moveTo>
                <a:lnTo>
                  <a:pt x="4739043" y="0"/>
                </a:lnTo>
                <a:lnTo>
                  <a:pt x="4739043" y="4747675"/>
                </a:lnTo>
                <a:lnTo>
                  <a:pt x="0" y="47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30B9A4B-3D4D-52E5-9F05-BCF9DD0D3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190" y="2578703"/>
            <a:ext cx="7387003" cy="702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610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A79D8-7DE7-2848-238D-D903224A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9">
            <a:extLst>
              <a:ext uri="{FF2B5EF4-FFF2-40B4-BE49-F238E27FC236}">
                <a16:creationId xmlns:a16="http://schemas.microsoft.com/office/drawing/2014/main" id="{42BE3C27-0006-96AC-F347-69F8B20A5C51}"/>
              </a:ext>
            </a:extLst>
          </p:cNvPr>
          <p:cNvGrpSpPr/>
          <p:nvPr/>
        </p:nvGrpSpPr>
        <p:grpSpPr>
          <a:xfrm>
            <a:off x="1172776" y="2780876"/>
            <a:ext cx="2883691" cy="1403430"/>
            <a:chOff x="0" y="-28575"/>
            <a:chExt cx="1109790" cy="465937"/>
          </a:xfrm>
        </p:grpSpPr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032E26DD-101C-4990-9493-CC9ED8BD8776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D2E1ECD9-8682-7F74-61AD-B85F02B3914F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Launch Browser</a:t>
              </a:r>
            </a:p>
          </p:txBody>
        </p:sp>
      </p:grpSp>
      <p:sp>
        <p:nvSpPr>
          <p:cNvPr id="3" name="TextBox 20">
            <a:extLst>
              <a:ext uri="{FF2B5EF4-FFF2-40B4-BE49-F238E27FC236}">
                <a16:creationId xmlns:a16="http://schemas.microsoft.com/office/drawing/2014/main" id="{3066C4E3-7542-3C20-0BB2-D2EC52340737}"/>
              </a:ext>
            </a:extLst>
          </p:cNvPr>
          <p:cNvSpPr txBox="1"/>
          <p:nvPr/>
        </p:nvSpPr>
        <p:spPr>
          <a:xfrm>
            <a:off x="2729057" y="566061"/>
            <a:ext cx="1352233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End-to-End Flow </a:t>
            </a:r>
          </a:p>
        </p:txBody>
      </p:sp>
      <p:grpSp>
        <p:nvGrpSpPr>
          <p:cNvPr id="4" name="Group 49">
            <a:extLst>
              <a:ext uri="{FF2B5EF4-FFF2-40B4-BE49-F238E27FC236}">
                <a16:creationId xmlns:a16="http://schemas.microsoft.com/office/drawing/2014/main" id="{4DDF1DA1-9D39-2B05-400B-A59985DA57FB}"/>
              </a:ext>
            </a:extLst>
          </p:cNvPr>
          <p:cNvGrpSpPr/>
          <p:nvPr/>
        </p:nvGrpSpPr>
        <p:grpSpPr>
          <a:xfrm>
            <a:off x="1130958" y="7324997"/>
            <a:ext cx="2883691" cy="1403430"/>
            <a:chOff x="0" y="-28575"/>
            <a:chExt cx="1109790" cy="465937"/>
          </a:xfrm>
        </p:grpSpPr>
        <p:sp>
          <p:nvSpPr>
            <p:cNvPr id="5" name="Freeform 50">
              <a:extLst>
                <a:ext uri="{FF2B5EF4-FFF2-40B4-BE49-F238E27FC236}">
                  <a16:creationId xmlns:a16="http://schemas.microsoft.com/office/drawing/2014/main" id="{84D6A9F8-B313-B349-C313-8F754D6D571E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6" name="TextBox 51">
              <a:extLst>
                <a:ext uri="{FF2B5EF4-FFF2-40B4-BE49-F238E27FC236}">
                  <a16:creationId xmlns:a16="http://schemas.microsoft.com/office/drawing/2014/main" id="{28A0D101-D809-8F62-40F5-52B42FCBA9F8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Increase Item Quantity</a:t>
              </a:r>
            </a:p>
          </p:txBody>
        </p:sp>
      </p:grpSp>
      <p:grpSp>
        <p:nvGrpSpPr>
          <p:cNvPr id="10" name="Group 49">
            <a:extLst>
              <a:ext uri="{FF2B5EF4-FFF2-40B4-BE49-F238E27FC236}">
                <a16:creationId xmlns:a16="http://schemas.microsoft.com/office/drawing/2014/main" id="{F92E5E7A-3038-BD34-7833-AA1DC56093CA}"/>
              </a:ext>
            </a:extLst>
          </p:cNvPr>
          <p:cNvGrpSpPr/>
          <p:nvPr/>
        </p:nvGrpSpPr>
        <p:grpSpPr>
          <a:xfrm>
            <a:off x="5535690" y="7324997"/>
            <a:ext cx="2883691" cy="1403430"/>
            <a:chOff x="0" y="-28575"/>
            <a:chExt cx="1109790" cy="465937"/>
          </a:xfrm>
        </p:grpSpPr>
        <p:sp>
          <p:nvSpPr>
            <p:cNvPr id="14" name="Freeform 50">
              <a:extLst>
                <a:ext uri="{FF2B5EF4-FFF2-40B4-BE49-F238E27FC236}">
                  <a16:creationId xmlns:a16="http://schemas.microsoft.com/office/drawing/2014/main" id="{087A1A04-C90B-A6E4-F5C2-CEAD1FFCFCCB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15" name="TextBox 51">
              <a:extLst>
                <a:ext uri="{FF2B5EF4-FFF2-40B4-BE49-F238E27FC236}">
                  <a16:creationId xmlns:a16="http://schemas.microsoft.com/office/drawing/2014/main" id="{C850E2E0-22AA-45C7-CF06-E364F1FE6D67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Decrease Item Quantity</a:t>
              </a:r>
            </a:p>
          </p:txBody>
        </p:sp>
      </p:grpSp>
      <p:grpSp>
        <p:nvGrpSpPr>
          <p:cNvPr id="16" name="Group 49">
            <a:extLst>
              <a:ext uri="{FF2B5EF4-FFF2-40B4-BE49-F238E27FC236}">
                <a16:creationId xmlns:a16="http://schemas.microsoft.com/office/drawing/2014/main" id="{6C219F3B-7E96-0F74-F268-A99DA92678D0}"/>
              </a:ext>
            </a:extLst>
          </p:cNvPr>
          <p:cNvGrpSpPr/>
          <p:nvPr/>
        </p:nvGrpSpPr>
        <p:grpSpPr>
          <a:xfrm>
            <a:off x="10135570" y="7324996"/>
            <a:ext cx="2883691" cy="1403430"/>
            <a:chOff x="0" y="-28575"/>
            <a:chExt cx="1109790" cy="465937"/>
          </a:xfrm>
        </p:grpSpPr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E0F9E2AD-0FCB-B9EB-20E7-074D1FE247A6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18" name="TextBox 51">
              <a:extLst>
                <a:ext uri="{FF2B5EF4-FFF2-40B4-BE49-F238E27FC236}">
                  <a16:creationId xmlns:a16="http://schemas.microsoft.com/office/drawing/2014/main" id="{578D4CA3-4336-01BC-1B6A-93963E280F88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Remove from Cart</a:t>
              </a:r>
            </a:p>
          </p:txBody>
        </p:sp>
      </p:grpSp>
      <p:grpSp>
        <p:nvGrpSpPr>
          <p:cNvPr id="19" name="Group 49">
            <a:extLst>
              <a:ext uri="{FF2B5EF4-FFF2-40B4-BE49-F238E27FC236}">
                <a16:creationId xmlns:a16="http://schemas.microsoft.com/office/drawing/2014/main" id="{38FAB384-D6BA-EE90-F3A0-868C7AFC717B}"/>
              </a:ext>
            </a:extLst>
          </p:cNvPr>
          <p:cNvGrpSpPr/>
          <p:nvPr/>
        </p:nvGrpSpPr>
        <p:grpSpPr>
          <a:xfrm>
            <a:off x="14469099" y="7241363"/>
            <a:ext cx="2899137" cy="1403430"/>
            <a:chOff x="0" y="-28575"/>
            <a:chExt cx="1109790" cy="465937"/>
          </a:xfrm>
        </p:grpSpPr>
        <p:sp>
          <p:nvSpPr>
            <p:cNvPr id="20" name="Freeform 50">
              <a:extLst>
                <a:ext uri="{FF2B5EF4-FFF2-40B4-BE49-F238E27FC236}">
                  <a16:creationId xmlns:a16="http://schemas.microsoft.com/office/drawing/2014/main" id="{EB4737A7-3E8B-44EF-9932-B00000603E13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21" name="TextBox 51">
              <a:extLst>
                <a:ext uri="{FF2B5EF4-FFF2-40B4-BE49-F238E27FC236}">
                  <a16:creationId xmlns:a16="http://schemas.microsoft.com/office/drawing/2014/main" id="{1ECDB6CF-6548-0451-2196-8E540D1A45BF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Proceed to Checkout</a:t>
              </a:r>
            </a:p>
          </p:txBody>
        </p:sp>
      </p:grpSp>
      <p:grpSp>
        <p:nvGrpSpPr>
          <p:cNvPr id="22" name="Group 49">
            <a:extLst>
              <a:ext uri="{FF2B5EF4-FFF2-40B4-BE49-F238E27FC236}">
                <a16:creationId xmlns:a16="http://schemas.microsoft.com/office/drawing/2014/main" id="{01A72488-BCD5-9D23-0C09-4B77966116EA}"/>
              </a:ext>
            </a:extLst>
          </p:cNvPr>
          <p:cNvGrpSpPr/>
          <p:nvPr/>
        </p:nvGrpSpPr>
        <p:grpSpPr>
          <a:xfrm>
            <a:off x="1130958" y="4857789"/>
            <a:ext cx="2883691" cy="1403430"/>
            <a:chOff x="0" y="-28575"/>
            <a:chExt cx="1109790" cy="465937"/>
          </a:xfrm>
        </p:grpSpPr>
        <p:sp>
          <p:nvSpPr>
            <p:cNvPr id="26" name="Freeform 50">
              <a:extLst>
                <a:ext uri="{FF2B5EF4-FFF2-40B4-BE49-F238E27FC236}">
                  <a16:creationId xmlns:a16="http://schemas.microsoft.com/office/drawing/2014/main" id="{0DD91CD7-C50F-46D2-6E6D-31E33552F47A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30" name="TextBox 51">
              <a:extLst>
                <a:ext uri="{FF2B5EF4-FFF2-40B4-BE49-F238E27FC236}">
                  <a16:creationId xmlns:a16="http://schemas.microsoft.com/office/drawing/2014/main" id="{190EDAE3-EB79-EB21-442F-8D598AD8FE91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</a:rPr>
                <a:t>Select the Product</a:t>
              </a:r>
              <a:endParaRPr lang="en-US"/>
            </a:p>
          </p:txBody>
        </p:sp>
      </p:grpSp>
      <p:grpSp>
        <p:nvGrpSpPr>
          <p:cNvPr id="31" name="Group 49">
            <a:extLst>
              <a:ext uri="{FF2B5EF4-FFF2-40B4-BE49-F238E27FC236}">
                <a16:creationId xmlns:a16="http://schemas.microsoft.com/office/drawing/2014/main" id="{9E724332-6F02-BB3A-4AF4-34348ACFC7F7}"/>
              </a:ext>
            </a:extLst>
          </p:cNvPr>
          <p:cNvGrpSpPr/>
          <p:nvPr/>
        </p:nvGrpSpPr>
        <p:grpSpPr>
          <a:xfrm>
            <a:off x="5535690" y="4857789"/>
            <a:ext cx="2883691" cy="1403430"/>
            <a:chOff x="0" y="-28575"/>
            <a:chExt cx="1109790" cy="465937"/>
          </a:xfrm>
        </p:grpSpPr>
        <p:sp>
          <p:nvSpPr>
            <p:cNvPr id="32" name="Freeform 50">
              <a:extLst>
                <a:ext uri="{FF2B5EF4-FFF2-40B4-BE49-F238E27FC236}">
                  <a16:creationId xmlns:a16="http://schemas.microsoft.com/office/drawing/2014/main" id="{5AE46C29-87D1-C876-9AA0-D8693E9B4022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33" name="TextBox 51">
              <a:extLst>
                <a:ext uri="{FF2B5EF4-FFF2-40B4-BE49-F238E27FC236}">
                  <a16:creationId xmlns:a16="http://schemas.microsoft.com/office/drawing/2014/main" id="{81C62D3B-71C7-D315-56F1-71B90BF995D7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Open the Product Page</a:t>
              </a:r>
            </a:p>
          </p:txBody>
        </p:sp>
      </p:grpSp>
      <p:grpSp>
        <p:nvGrpSpPr>
          <p:cNvPr id="34" name="Group 49">
            <a:extLst>
              <a:ext uri="{FF2B5EF4-FFF2-40B4-BE49-F238E27FC236}">
                <a16:creationId xmlns:a16="http://schemas.microsoft.com/office/drawing/2014/main" id="{0EE638CF-ECDB-3204-41F6-A506E9FDA0FF}"/>
              </a:ext>
            </a:extLst>
          </p:cNvPr>
          <p:cNvGrpSpPr/>
          <p:nvPr/>
        </p:nvGrpSpPr>
        <p:grpSpPr>
          <a:xfrm>
            <a:off x="10135568" y="4857789"/>
            <a:ext cx="2883691" cy="1403430"/>
            <a:chOff x="0" y="-28575"/>
            <a:chExt cx="1109790" cy="465937"/>
          </a:xfrm>
        </p:grpSpPr>
        <p:sp>
          <p:nvSpPr>
            <p:cNvPr id="35" name="Freeform 50">
              <a:extLst>
                <a:ext uri="{FF2B5EF4-FFF2-40B4-BE49-F238E27FC236}">
                  <a16:creationId xmlns:a16="http://schemas.microsoft.com/office/drawing/2014/main" id="{295C8CB3-1A26-355B-2EBB-71AC1F8F4992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36" name="TextBox 51">
              <a:extLst>
                <a:ext uri="{FF2B5EF4-FFF2-40B4-BE49-F238E27FC236}">
                  <a16:creationId xmlns:a16="http://schemas.microsoft.com/office/drawing/2014/main" id="{ED99A628-F69C-E159-8480-3D2935932578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Add Item to the Cart</a:t>
              </a:r>
            </a:p>
          </p:txBody>
        </p:sp>
      </p:grpSp>
      <p:grpSp>
        <p:nvGrpSpPr>
          <p:cNvPr id="37" name="Group 49">
            <a:extLst>
              <a:ext uri="{FF2B5EF4-FFF2-40B4-BE49-F238E27FC236}">
                <a16:creationId xmlns:a16="http://schemas.microsoft.com/office/drawing/2014/main" id="{BC8488B5-AD9B-6BE6-2B48-1B5CCC0E840B}"/>
              </a:ext>
            </a:extLst>
          </p:cNvPr>
          <p:cNvGrpSpPr/>
          <p:nvPr/>
        </p:nvGrpSpPr>
        <p:grpSpPr>
          <a:xfrm>
            <a:off x="14469099" y="4857790"/>
            <a:ext cx="2899137" cy="1403430"/>
            <a:chOff x="0" y="-28575"/>
            <a:chExt cx="1109790" cy="465937"/>
          </a:xfrm>
        </p:grpSpPr>
        <p:sp>
          <p:nvSpPr>
            <p:cNvPr id="38" name="Freeform 50">
              <a:extLst>
                <a:ext uri="{FF2B5EF4-FFF2-40B4-BE49-F238E27FC236}">
                  <a16:creationId xmlns:a16="http://schemas.microsoft.com/office/drawing/2014/main" id="{276B601C-4719-63B5-8866-A39AE6336078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39" name="TextBox 51">
              <a:extLst>
                <a:ext uri="{FF2B5EF4-FFF2-40B4-BE49-F238E27FC236}">
                  <a16:creationId xmlns:a16="http://schemas.microsoft.com/office/drawing/2014/main" id="{F44D34F0-7E4D-6C8B-5DA7-FCCC8B47CB1E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Navigate to the Cart</a:t>
              </a:r>
            </a:p>
          </p:txBody>
        </p:sp>
      </p:grpSp>
      <p:grpSp>
        <p:nvGrpSpPr>
          <p:cNvPr id="40" name="Group 49">
            <a:extLst>
              <a:ext uri="{FF2B5EF4-FFF2-40B4-BE49-F238E27FC236}">
                <a16:creationId xmlns:a16="http://schemas.microsoft.com/office/drawing/2014/main" id="{F4CAEA56-445B-C967-800D-3BC58BBA0AC3}"/>
              </a:ext>
            </a:extLst>
          </p:cNvPr>
          <p:cNvGrpSpPr/>
          <p:nvPr/>
        </p:nvGrpSpPr>
        <p:grpSpPr>
          <a:xfrm>
            <a:off x="5535690" y="2780875"/>
            <a:ext cx="2883691" cy="1403430"/>
            <a:chOff x="0" y="-28575"/>
            <a:chExt cx="1109790" cy="465937"/>
          </a:xfrm>
        </p:grpSpPr>
        <p:sp>
          <p:nvSpPr>
            <p:cNvPr id="41" name="Freeform 50">
              <a:extLst>
                <a:ext uri="{FF2B5EF4-FFF2-40B4-BE49-F238E27FC236}">
                  <a16:creationId xmlns:a16="http://schemas.microsoft.com/office/drawing/2014/main" id="{848AA2C5-512E-EF3D-6DC5-55AF133E96AC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42" name="TextBox 51">
              <a:extLst>
                <a:ext uri="{FF2B5EF4-FFF2-40B4-BE49-F238E27FC236}">
                  <a16:creationId xmlns:a16="http://schemas.microsoft.com/office/drawing/2014/main" id="{CCDCF4A9-6D46-B350-0F3D-2D36942DAAB6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Navigate to jeevee.com</a:t>
              </a:r>
            </a:p>
          </p:txBody>
        </p:sp>
      </p:grpSp>
      <p:grpSp>
        <p:nvGrpSpPr>
          <p:cNvPr id="43" name="Group 49">
            <a:extLst>
              <a:ext uri="{FF2B5EF4-FFF2-40B4-BE49-F238E27FC236}">
                <a16:creationId xmlns:a16="http://schemas.microsoft.com/office/drawing/2014/main" id="{853AFA41-C6EF-DDE0-C458-FC8B53306426}"/>
              </a:ext>
            </a:extLst>
          </p:cNvPr>
          <p:cNvGrpSpPr/>
          <p:nvPr/>
        </p:nvGrpSpPr>
        <p:grpSpPr>
          <a:xfrm>
            <a:off x="10135569" y="2766936"/>
            <a:ext cx="2883691" cy="1403430"/>
            <a:chOff x="0" y="-28575"/>
            <a:chExt cx="1109790" cy="465937"/>
          </a:xfrm>
        </p:grpSpPr>
        <p:sp>
          <p:nvSpPr>
            <p:cNvPr id="44" name="Freeform 50">
              <a:extLst>
                <a:ext uri="{FF2B5EF4-FFF2-40B4-BE49-F238E27FC236}">
                  <a16:creationId xmlns:a16="http://schemas.microsoft.com/office/drawing/2014/main" id="{9C81C01F-FBB7-2850-E109-50F1A91539A2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45" name="TextBox 51">
              <a:extLst>
                <a:ext uri="{FF2B5EF4-FFF2-40B4-BE49-F238E27FC236}">
                  <a16:creationId xmlns:a16="http://schemas.microsoft.com/office/drawing/2014/main" id="{9D2E24F7-133D-8D77-D88C-3C3986A683CA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Login Using Valid User Credentials</a:t>
              </a:r>
            </a:p>
          </p:txBody>
        </p:sp>
      </p:grpSp>
      <p:grpSp>
        <p:nvGrpSpPr>
          <p:cNvPr id="46" name="Group 49">
            <a:extLst>
              <a:ext uri="{FF2B5EF4-FFF2-40B4-BE49-F238E27FC236}">
                <a16:creationId xmlns:a16="http://schemas.microsoft.com/office/drawing/2014/main" id="{1678A2AA-4799-5580-BB9C-B42206AA878A}"/>
              </a:ext>
            </a:extLst>
          </p:cNvPr>
          <p:cNvGrpSpPr/>
          <p:nvPr/>
        </p:nvGrpSpPr>
        <p:grpSpPr>
          <a:xfrm>
            <a:off x="14469098" y="2780875"/>
            <a:ext cx="2899137" cy="1403430"/>
            <a:chOff x="0" y="-28575"/>
            <a:chExt cx="1109790" cy="465937"/>
          </a:xfrm>
        </p:grpSpPr>
        <p:sp>
          <p:nvSpPr>
            <p:cNvPr id="47" name="Freeform 50">
              <a:extLst>
                <a:ext uri="{FF2B5EF4-FFF2-40B4-BE49-F238E27FC236}">
                  <a16:creationId xmlns:a16="http://schemas.microsoft.com/office/drawing/2014/main" id="{86984254-9DAC-1185-DF15-53ED02C894C7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48" name="TextBox 51">
              <a:extLst>
                <a:ext uri="{FF2B5EF4-FFF2-40B4-BE49-F238E27FC236}">
                  <a16:creationId xmlns:a16="http://schemas.microsoft.com/office/drawing/2014/main" id="{4B889E4F-6AAA-90AB-D339-3F64476FF457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Search for a Target Product</a:t>
              </a:r>
            </a:p>
          </p:txBody>
        </p:sp>
      </p:grpSp>
      <p:sp>
        <p:nvSpPr>
          <p:cNvPr id="53" name="AutoShape 53">
            <a:extLst>
              <a:ext uri="{FF2B5EF4-FFF2-40B4-BE49-F238E27FC236}">
                <a16:creationId xmlns:a16="http://schemas.microsoft.com/office/drawing/2014/main" id="{03647D30-ED03-0951-4DE7-EB63A68E0FA1}"/>
              </a:ext>
            </a:extLst>
          </p:cNvPr>
          <p:cNvSpPr/>
          <p:nvPr/>
        </p:nvSpPr>
        <p:spPr>
          <a:xfrm>
            <a:off x="4555891" y="3633705"/>
            <a:ext cx="451205" cy="360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5" name="AutoShape 53">
            <a:extLst>
              <a:ext uri="{FF2B5EF4-FFF2-40B4-BE49-F238E27FC236}">
                <a16:creationId xmlns:a16="http://schemas.microsoft.com/office/drawing/2014/main" id="{96EB1A24-EE1F-F0FB-9CD0-FE8D4306A862}"/>
              </a:ext>
            </a:extLst>
          </p:cNvPr>
          <p:cNvSpPr/>
          <p:nvPr/>
        </p:nvSpPr>
        <p:spPr>
          <a:xfrm>
            <a:off x="4555892" y="5577633"/>
            <a:ext cx="451205" cy="360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7" name="AutoShape 53">
            <a:extLst>
              <a:ext uri="{FF2B5EF4-FFF2-40B4-BE49-F238E27FC236}">
                <a16:creationId xmlns:a16="http://schemas.microsoft.com/office/drawing/2014/main" id="{FBE5226E-9A4C-0213-A306-2A3DB24D3BAC}"/>
              </a:ext>
            </a:extLst>
          </p:cNvPr>
          <p:cNvSpPr/>
          <p:nvPr/>
        </p:nvSpPr>
        <p:spPr>
          <a:xfrm>
            <a:off x="4555892" y="8044841"/>
            <a:ext cx="451205" cy="360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9" name="AutoShape 53">
            <a:extLst>
              <a:ext uri="{FF2B5EF4-FFF2-40B4-BE49-F238E27FC236}">
                <a16:creationId xmlns:a16="http://schemas.microsoft.com/office/drawing/2014/main" id="{F0340CAD-D37D-D04E-72BF-D88213E6EC39}"/>
              </a:ext>
            </a:extLst>
          </p:cNvPr>
          <p:cNvSpPr/>
          <p:nvPr/>
        </p:nvSpPr>
        <p:spPr>
          <a:xfrm>
            <a:off x="9014873" y="3524076"/>
            <a:ext cx="451205" cy="360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1" name="AutoShape 53">
            <a:extLst>
              <a:ext uri="{FF2B5EF4-FFF2-40B4-BE49-F238E27FC236}">
                <a16:creationId xmlns:a16="http://schemas.microsoft.com/office/drawing/2014/main" id="{5C89CDF5-7DD2-AD46-1AA1-785CFC0290E4}"/>
              </a:ext>
            </a:extLst>
          </p:cNvPr>
          <p:cNvSpPr/>
          <p:nvPr/>
        </p:nvSpPr>
        <p:spPr>
          <a:xfrm>
            <a:off x="9014873" y="5600991"/>
            <a:ext cx="451205" cy="360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3" name="AutoShape 53">
            <a:extLst>
              <a:ext uri="{FF2B5EF4-FFF2-40B4-BE49-F238E27FC236}">
                <a16:creationId xmlns:a16="http://schemas.microsoft.com/office/drawing/2014/main" id="{D1754493-9E0E-5815-E9AD-1E9F7A2AC865}"/>
              </a:ext>
            </a:extLst>
          </p:cNvPr>
          <p:cNvSpPr/>
          <p:nvPr/>
        </p:nvSpPr>
        <p:spPr>
          <a:xfrm>
            <a:off x="9014873" y="7928808"/>
            <a:ext cx="451205" cy="360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5" name="AutoShape 53">
            <a:extLst>
              <a:ext uri="{FF2B5EF4-FFF2-40B4-BE49-F238E27FC236}">
                <a16:creationId xmlns:a16="http://schemas.microsoft.com/office/drawing/2014/main" id="{59B3E7A8-A9BB-2B22-AD23-5488150D455B}"/>
              </a:ext>
            </a:extLst>
          </p:cNvPr>
          <p:cNvSpPr/>
          <p:nvPr/>
        </p:nvSpPr>
        <p:spPr>
          <a:xfrm>
            <a:off x="13489300" y="3564386"/>
            <a:ext cx="451205" cy="360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7" name="AutoShape 53">
            <a:extLst>
              <a:ext uri="{FF2B5EF4-FFF2-40B4-BE49-F238E27FC236}">
                <a16:creationId xmlns:a16="http://schemas.microsoft.com/office/drawing/2014/main" id="{0A6C0DCA-CBBF-F378-E31F-D9CA786F9838}"/>
              </a:ext>
            </a:extLst>
          </p:cNvPr>
          <p:cNvSpPr/>
          <p:nvPr/>
        </p:nvSpPr>
        <p:spPr>
          <a:xfrm>
            <a:off x="13489300" y="5515850"/>
            <a:ext cx="451205" cy="360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9" name="AutoShape 53">
            <a:extLst>
              <a:ext uri="{FF2B5EF4-FFF2-40B4-BE49-F238E27FC236}">
                <a16:creationId xmlns:a16="http://schemas.microsoft.com/office/drawing/2014/main" id="{1B155D5B-84E6-F5F3-E1B1-EAA7A35B860A}"/>
              </a:ext>
            </a:extLst>
          </p:cNvPr>
          <p:cNvSpPr/>
          <p:nvPr/>
        </p:nvSpPr>
        <p:spPr>
          <a:xfrm>
            <a:off x="13489300" y="7983057"/>
            <a:ext cx="451205" cy="360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1" name="AutoShape 53">
            <a:extLst>
              <a:ext uri="{FF2B5EF4-FFF2-40B4-BE49-F238E27FC236}">
                <a16:creationId xmlns:a16="http://schemas.microsoft.com/office/drawing/2014/main" id="{32924FE7-3C6C-D052-5AF4-325F0C806B26}"/>
              </a:ext>
            </a:extLst>
          </p:cNvPr>
          <p:cNvSpPr/>
          <p:nvPr/>
        </p:nvSpPr>
        <p:spPr>
          <a:xfrm>
            <a:off x="17541035" y="3454758"/>
            <a:ext cx="367571" cy="661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2" name="AutoShape 53">
            <a:extLst>
              <a:ext uri="{FF2B5EF4-FFF2-40B4-BE49-F238E27FC236}">
                <a16:creationId xmlns:a16="http://schemas.microsoft.com/office/drawing/2014/main" id="{230CFA6C-E889-C259-3772-B968D64FD516}"/>
              </a:ext>
            </a:extLst>
          </p:cNvPr>
          <p:cNvSpPr/>
          <p:nvPr/>
        </p:nvSpPr>
        <p:spPr>
          <a:xfrm>
            <a:off x="17541036" y="5460470"/>
            <a:ext cx="367571" cy="661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3" name="AutoShape 53">
            <a:extLst>
              <a:ext uri="{FF2B5EF4-FFF2-40B4-BE49-F238E27FC236}">
                <a16:creationId xmlns:a16="http://schemas.microsoft.com/office/drawing/2014/main" id="{5F776AE3-7E61-A4DB-BDA7-CA074FB9A2F7}"/>
              </a:ext>
            </a:extLst>
          </p:cNvPr>
          <p:cNvSpPr/>
          <p:nvPr/>
        </p:nvSpPr>
        <p:spPr>
          <a:xfrm>
            <a:off x="592312" y="5505677"/>
            <a:ext cx="367571" cy="661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4" name="AutoShape 53">
            <a:extLst>
              <a:ext uri="{FF2B5EF4-FFF2-40B4-BE49-F238E27FC236}">
                <a16:creationId xmlns:a16="http://schemas.microsoft.com/office/drawing/2014/main" id="{C2B7B674-8BE2-5C6F-F4F3-B53DD17A92F3}"/>
              </a:ext>
            </a:extLst>
          </p:cNvPr>
          <p:cNvSpPr/>
          <p:nvPr/>
        </p:nvSpPr>
        <p:spPr>
          <a:xfrm>
            <a:off x="592312" y="7972508"/>
            <a:ext cx="367571" cy="661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</p:spTree>
    <p:extLst>
      <p:ext uri="{BB962C8B-B14F-4D97-AF65-F5344CB8AC3E}">
        <p14:creationId xmlns:p14="http://schemas.microsoft.com/office/powerpoint/2010/main" val="1507962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E3A8-ECBD-6BC1-2114-6FEF7D98A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9">
            <a:extLst>
              <a:ext uri="{FF2B5EF4-FFF2-40B4-BE49-F238E27FC236}">
                <a16:creationId xmlns:a16="http://schemas.microsoft.com/office/drawing/2014/main" id="{25263B95-D03A-04F7-A074-F48ABE91E696}"/>
              </a:ext>
            </a:extLst>
          </p:cNvPr>
          <p:cNvGrpSpPr/>
          <p:nvPr/>
        </p:nvGrpSpPr>
        <p:grpSpPr>
          <a:xfrm>
            <a:off x="5410668" y="2956723"/>
            <a:ext cx="2883691" cy="1403430"/>
            <a:chOff x="0" y="-28575"/>
            <a:chExt cx="1109790" cy="465937"/>
          </a:xfrm>
        </p:grpSpPr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92041514-6764-EB43-7443-41E0EDCC9C93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1C633F89-3494-6C65-2467-F5E648039FDA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Search and Add to Cart without Login</a:t>
              </a:r>
            </a:p>
          </p:txBody>
        </p:sp>
      </p:grpSp>
      <p:sp>
        <p:nvSpPr>
          <p:cNvPr id="3" name="TextBox 20">
            <a:extLst>
              <a:ext uri="{FF2B5EF4-FFF2-40B4-BE49-F238E27FC236}">
                <a16:creationId xmlns:a16="http://schemas.microsoft.com/office/drawing/2014/main" id="{35145ED6-563D-8662-9B5E-4AAD99ABF80A}"/>
              </a:ext>
            </a:extLst>
          </p:cNvPr>
          <p:cNvSpPr txBox="1"/>
          <p:nvPr/>
        </p:nvSpPr>
        <p:spPr>
          <a:xfrm>
            <a:off x="1093687" y="724323"/>
            <a:ext cx="1626553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Additional Test Cases</a:t>
            </a:r>
          </a:p>
        </p:txBody>
      </p:sp>
      <p:grpSp>
        <p:nvGrpSpPr>
          <p:cNvPr id="22" name="Group 49">
            <a:extLst>
              <a:ext uri="{FF2B5EF4-FFF2-40B4-BE49-F238E27FC236}">
                <a16:creationId xmlns:a16="http://schemas.microsoft.com/office/drawing/2014/main" id="{82EACF73-CA4E-9302-FA77-B90FD78123A5}"/>
              </a:ext>
            </a:extLst>
          </p:cNvPr>
          <p:cNvGrpSpPr/>
          <p:nvPr/>
        </p:nvGrpSpPr>
        <p:grpSpPr>
          <a:xfrm>
            <a:off x="5404020" y="7108619"/>
            <a:ext cx="2883691" cy="1403430"/>
            <a:chOff x="0" y="-28575"/>
            <a:chExt cx="1109790" cy="465937"/>
          </a:xfrm>
        </p:grpSpPr>
        <p:sp>
          <p:nvSpPr>
            <p:cNvPr id="26" name="Freeform 50">
              <a:extLst>
                <a:ext uri="{FF2B5EF4-FFF2-40B4-BE49-F238E27FC236}">
                  <a16:creationId xmlns:a16="http://schemas.microsoft.com/office/drawing/2014/main" id="{E58192D6-F433-A49E-BDFF-6AE3B01D1B57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30" name="TextBox 51">
              <a:extLst>
                <a:ext uri="{FF2B5EF4-FFF2-40B4-BE49-F238E27FC236}">
                  <a16:creationId xmlns:a16="http://schemas.microsoft.com/office/drawing/2014/main" id="{765C2A65-F1E5-6521-211A-F96D2324E597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</a:rPr>
                <a:t>Select First Suggestion from Search</a:t>
              </a:r>
              <a:endParaRPr lang="en-US" sz="2400">
                <a:latin typeface="Muli"/>
              </a:endParaRPr>
            </a:p>
          </p:txBody>
        </p:sp>
      </p:grpSp>
      <p:grpSp>
        <p:nvGrpSpPr>
          <p:cNvPr id="31" name="Group 49">
            <a:extLst>
              <a:ext uri="{FF2B5EF4-FFF2-40B4-BE49-F238E27FC236}">
                <a16:creationId xmlns:a16="http://schemas.microsoft.com/office/drawing/2014/main" id="{81FA6165-B599-6D7C-5D10-5B4BB03E7E52}"/>
              </a:ext>
            </a:extLst>
          </p:cNvPr>
          <p:cNvGrpSpPr/>
          <p:nvPr/>
        </p:nvGrpSpPr>
        <p:grpSpPr>
          <a:xfrm>
            <a:off x="10828659" y="7108619"/>
            <a:ext cx="2883691" cy="1403430"/>
            <a:chOff x="0" y="-28575"/>
            <a:chExt cx="1109790" cy="465937"/>
          </a:xfrm>
        </p:grpSpPr>
        <p:sp>
          <p:nvSpPr>
            <p:cNvPr id="32" name="Freeform 50">
              <a:extLst>
                <a:ext uri="{FF2B5EF4-FFF2-40B4-BE49-F238E27FC236}">
                  <a16:creationId xmlns:a16="http://schemas.microsoft.com/office/drawing/2014/main" id="{4BFB1889-2A83-314A-AD3F-6B1D2D276FD1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33" name="TextBox 51">
              <a:extLst>
                <a:ext uri="{FF2B5EF4-FFF2-40B4-BE49-F238E27FC236}">
                  <a16:creationId xmlns:a16="http://schemas.microsoft.com/office/drawing/2014/main" id="{6EAB0A2D-0DCD-E4B4-F548-8128AB3BEE8E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</a:rPr>
                <a:t>Select Relevant Suggestion from Search</a:t>
              </a:r>
              <a:endParaRPr lang="en-US"/>
            </a:p>
          </p:txBody>
        </p:sp>
      </p:grpSp>
      <p:grpSp>
        <p:nvGrpSpPr>
          <p:cNvPr id="40" name="Group 49">
            <a:extLst>
              <a:ext uri="{FF2B5EF4-FFF2-40B4-BE49-F238E27FC236}">
                <a16:creationId xmlns:a16="http://schemas.microsoft.com/office/drawing/2014/main" id="{B42D2719-0CBF-0897-A1D1-BF8251B2ABC8}"/>
              </a:ext>
            </a:extLst>
          </p:cNvPr>
          <p:cNvGrpSpPr/>
          <p:nvPr/>
        </p:nvGrpSpPr>
        <p:grpSpPr>
          <a:xfrm>
            <a:off x="10828659" y="2956722"/>
            <a:ext cx="2883691" cy="1403430"/>
            <a:chOff x="0" y="-28575"/>
            <a:chExt cx="1109790" cy="465937"/>
          </a:xfrm>
        </p:grpSpPr>
        <p:sp>
          <p:nvSpPr>
            <p:cNvPr id="41" name="Freeform 50">
              <a:extLst>
                <a:ext uri="{FF2B5EF4-FFF2-40B4-BE49-F238E27FC236}">
                  <a16:creationId xmlns:a16="http://schemas.microsoft.com/office/drawing/2014/main" id="{DF351160-22A7-B7BB-6942-FBF22DF7D632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42" name="TextBox 51">
              <a:extLst>
                <a:ext uri="{FF2B5EF4-FFF2-40B4-BE49-F238E27FC236}">
                  <a16:creationId xmlns:a16="http://schemas.microsoft.com/office/drawing/2014/main" id="{85A533C0-7F99-E8DA-AC0E-D16D886CF157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</a:rPr>
                <a:t>Multiple Login Tests using Parametrization</a:t>
              </a:r>
              <a:endParaRPr lang="en-US"/>
            </a:p>
          </p:txBody>
        </p:sp>
      </p:grpSp>
      <p:grpSp>
        <p:nvGrpSpPr>
          <p:cNvPr id="43" name="Group 49">
            <a:extLst>
              <a:ext uri="{FF2B5EF4-FFF2-40B4-BE49-F238E27FC236}">
                <a16:creationId xmlns:a16="http://schemas.microsoft.com/office/drawing/2014/main" id="{01CA14A9-02DB-B4B6-E316-7122D3C54540}"/>
              </a:ext>
            </a:extLst>
          </p:cNvPr>
          <p:cNvGrpSpPr/>
          <p:nvPr/>
        </p:nvGrpSpPr>
        <p:grpSpPr>
          <a:xfrm>
            <a:off x="5405308" y="4929843"/>
            <a:ext cx="2883691" cy="1403430"/>
            <a:chOff x="0" y="-28575"/>
            <a:chExt cx="1109790" cy="465937"/>
          </a:xfrm>
        </p:grpSpPr>
        <p:sp>
          <p:nvSpPr>
            <p:cNvPr id="44" name="Freeform 50">
              <a:extLst>
                <a:ext uri="{FF2B5EF4-FFF2-40B4-BE49-F238E27FC236}">
                  <a16:creationId xmlns:a16="http://schemas.microsoft.com/office/drawing/2014/main" id="{D24214AA-0BE4-6672-88FC-5EA7D5BF2C6C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45" name="TextBox 51">
              <a:extLst>
                <a:ext uri="{FF2B5EF4-FFF2-40B4-BE49-F238E27FC236}">
                  <a16:creationId xmlns:a16="http://schemas.microsoft.com/office/drawing/2014/main" id="{8E211BDA-8E81-E61B-2BF2-99C8FC250BF0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</a:rPr>
                <a:t>Login with Invalid Credentials</a:t>
              </a:r>
              <a:endParaRPr lang="en-US"/>
            </a:p>
          </p:txBody>
        </p:sp>
      </p:grpSp>
      <p:grpSp>
        <p:nvGrpSpPr>
          <p:cNvPr id="46" name="Group 49">
            <a:extLst>
              <a:ext uri="{FF2B5EF4-FFF2-40B4-BE49-F238E27FC236}">
                <a16:creationId xmlns:a16="http://schemas.microsoft.com/office/drawing/2014/main" id="{315C1077-1983-FEB5-52E9-D1EBF3EC3D6F}"/>
              </a:ext>
            </a:extLst>
          </p:cNvPr>
          <p:cNvGrpSpPr/>
          <p:nvPr/>
        </p:nvGrpSpPr>
        <p:grpSpPr>
          <a:xfrm>
            <a:off x="10811498" y="4926198"/>
            <a:ext cx="2899137" cy="1403430"/>
            <a:chOff x="0" y="-28575"/>
            <a:chExt cx="1109790" cy="465937"/>
          </a:xfrm>
        </p:grpSpPr>
        <p:sp>
          <p:nvSpPr>
            <p:cNvPr id="47" name="Freeform 50">
              <a:extLst>
                <a:ext uri="{FF2B5EF4-FFF2-40B4-BE49-F238E27FC236}">
                  <a16:creationId xmlns:a16="http://schemas.microsoft.com/office/drawing/2014/main" id="{DB394BD1-04D8-E9D1-12DD-2D8DF60C831C}"/>
                </a:ext>
              </a:extLst>
            </p:cNvPr>
            <p:cNvSpPr/>
            <p:nvPr/>
          </p:nvSpPr>
          <p:spPr>
            <a:xfrm>
              <a:off x="0" y="-25037"/>
              <a:ext cx="1109790" cy="437362"/>
            </a:xfrm>
            <a:custGeom>
              <a:avLst/>
              <a:gdLst/>
              <a:ahLst/>
              <a:cxnLst/>
              <a:rect l="l" t="t" r="r" b="b"/>
              <a:pathLst>
                <a:path w="1109790" h="437362">
                  <a:moveTo>
                    <a:pt x="0" y="0"/>
                  </a:moveTo>
                  <a:lnTo>
                    <a:pt x="1109790" y="0"/>
                  </a:lnTo>
                  <a:lnTo>
                    <a:pt x="1109790" y="437362"/>
                  </a:lnTo>
                  <a:lnTo>
                    <a:pt x="0" y="4373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</p:sp>
        <p:sp>
          <p:nvSpPr>
            <p:cNvPr id="48" name="TextBox 51">
              <a:extLst>
                <a:ext uri="{FF2B5EF4-FFF2-40B4-BE49-F238E27FC236}">
                  <a16:creationId xmlns:a16="http://schemas.microsoft.com/office/drawing/2014/main" id="{758EC617-8634-E10D-506E-72CA14BA5F81}"/>
                </a:ext>
              </a:extLst>
            </p:cNvPr>
            <p:cNvSpPr txBox="1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400">
                  <a:solidFill>
                    <a:srgbClr val="000000"/>
                  </a:solidFill>
                  <a:latin typeface="Muli"/>
                  <a:ea typeface="Muli"/>
                  <a:cs typeface="Muli"/>
                </a:rPr>
                <a:t>Search with Invalid Terms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870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967670" y="1028700"/>
            <a:ext cx="14352661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Test Execution Report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216F89-979F-7F9F-01A3-F9E244454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77" y="2960809"/>
            <a:ext cx="15070016" cy="6352443"/>
          </a:xfrm>
          <a:prstGeom prst="rect">
            <a:avLst/>
          </a:prstGeom>
        </p:spPr>
      </p:pic>
      <p:sp>
        <p:nvSpPr>
          <p:cNvPr id="13" name="Freeform 22">
            <a:extLst>
              <a:ext uri="{FF2B5EF4-FFF2-40B4-BE49-F238E27FC236}">
                <a16:creationId xmlns:a16="http://schemas.microsoft.com/office/drawing/2014/main" id="{D9E8D9EA-7E45-F01E-5190-06110FD86E0A}"/>
              </a:ext>
            </a:extLst>
          </p:cNvPr>
          <p:cNvSpPr/>
          <p:nvPr/>
        </p:nvSpPr>
        <p:spPr>
          <a:xfrm>
            <a:off x="1059505" y="841943"/>
            <a:ext cx="1422950" cy="1420363"/>
          </a:xfrm>
          <a:custGeom>
            <a:avLst/>
            <a:gdLst/>
            <a:ahLst/>
            <a:cxnLst/>
            <a:rect l="l" t="t" r="r" b="b"/>
            <a:pathLst>
              <a:path w="1897267" h="1893817">
                <a:moveTo>
                  <a:pt x="0" y="0"/>
                </a:moveTo>
                <a:lnTo>
                  <a:pt x="1897267" y="0"/>
                </a:lnTo>
                <a:lnTo>
                  <a:pt x="1897267" y="1893817"/>
                </a:lnTo>
                <a:lnTo>
                  <a:pt x="0" y="1893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7D8B5-BDAE-23C6-30EA-47DFBA1C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D60651E6-FFE0-5B4D-65E5-50E33E5F13C4}"/>
              </a:ext>
            </a:extLst>
          </p:cNvPr>
          <p:cNvSpPr txBox="1"/>
          <p:nvPr/>
        </p:nvSpPr>
        <p:spPr>
          <a:xfrm>
            <a:off x="5160468" y="4221756"/>
            <a:ext cx="7981507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4400" lvl="1" indent="-457200"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ea typeface="+mn-lt"/>
                <a:cs typeface="+mn-lt"/>
                <a:sym typeface="Muli"/>
              </a:rPr>
              <a:t>Handling dynamic elements and overlays</a:t>
            </a:r>
            <a:endParaRPr lang="en-US">
              <a:ea typeface="Calibri"/>
              <a:cs typeface="Calibri"/>
            </a:endParaRPr>
          </a:p>
          <a:p>
            <a:pPr lvl="1"/>
            <a:endParaRPr lang="en-US" sz="3000">
              <a:latin typeface="Muli"/>
              <a:ea typeface="+mn-lt"/>
              <a:cs typeface="+mn-lt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ea typeface="+mn-lt"/>
                <a:cs typeface="+mn-lt"/>
                <a:sym typeface="Muli"/>
              </a:rPr>
              <a:t>Scrolling to hidden elements</a:t>
            </a:r>
            <a:endParaRPr lang="en-US">
              <a:ea typeface="Calibri"/>
              <a:cs typeface="Calibri"/>
            </a:endParaRPr>
          </a:p>
          <a:p>
            <a:pPr lvl="1"/>
            <a:endParaRPr lang="en-US" sz="3000">
              <a:latin typeface="Calibri"/>
              <a:ea typeface="+mn-lt"/>
              <a:cs typeface="+mn-lt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ea typeface="+mn-lt"/>
                <a:cs typeface="+mn-lt"/>
              </a:rPr>
              <a:t>Synchronization of cart actions</a:t>
            </a:r>
            <a:endParaRPr lang="en-US">
              <a:ea typeface="Calibri"/>
              <a:cs typeface="Calibri"/>
            </a:endParaRPr>
          </a:p>
          <a:p>
            <a:pPr lvl="1"/>
            <a:endParaRPr lang="en-US" sz="300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ea typeface="+mn-lt"/>
                <a:cs typeface="+mn-lt"/>
              </a:rPr>
              <a:t>Managing test data efficiently</a:t>
            </a:r>
            <a:endParaRPr lang="en-US">
              <a:ea typeface="+mn-lt"/>
              <a:cs typeface="+mn-lt"/>
            </a:endParaRPr>
          </a:p>
          <a:p>
            <a:pPr lvl="1"/>
            <a:endParaRPr lang="en-US" sz="300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ea typeface="+mn-lt"/>
                <a:cs typeface="+mn-lt"/>
              </a:rPr>
              <a:t>Flaky elements causing intermittent failures</a:t>
            </a:r>
            <a:endParaRPr lang="en-US">
              <a:ea typeface="+mn-lt"/>
              <a:cs typeface="+mn-lt"/>
            </a:endParaRPr>
          </a:p>
          <a:p>
            <a:pPr lvl="1"/>
            <a:endParaRPr lang="en-US" sz="300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A9D1CB-F332-AE5A-C77C-D63C3E84FA5A}"/>
              </a:ext>
            </a:extLst>
          </p:cNvPr>
          <p:cNvSpPr txBox="1"/>
          <p:nvPr/>
        </p:nvSpPr>
        <p:spPr>
          <a:xfrm>
            <a:off x="5165650" y="637770"/>
            <a:ext cx="795670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Challenges Faced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BEEAB45-F51C-A7A6-2C52-9095B74756B8}"/>
              </a:ext>
            </a:extLst>
          </p:cNvPr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79C7F31D-1997-6C23-9F6C-348CC4FCF0F0}"/>
              </a:ext>
            </a:extLst>
          </p:cNvPr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49805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07006" y="560540"/>
            <a:ext cx="17305676" cy="1371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Learning and Improvements</a:t>
            </a:r>
          </a:p>
        </p:txBody>
      </p:sp>
      <p:grpSp>
        <p:nvGrpSpPr>
          <p:cNvPr id="26" name="Group 18">
            <a:extLst>
              <a:ext uri="{FF2B5EF4-FFF2-40B4-BE49-F238E27FC236}">
                <a16:creationId xmlns:a16="http://schemas.microsoft.com/office/drawing/2014/main" id="{C1DCF83A-7341-57A6-CFE1-6B025E8A9B90}"/>
              </a:ext>
            </a:extLst>
          </p:cNvPr>
          <p:cNvGrpSpPr/>
          <p:nvPr/>
        </p:nvGrpSpPr>
        <p:grpSpPr>
          <a:xfrm>
            <a:off x="1236916" y="2236021"/>
            <a:ext cx="7696738" cy="7717389"/>
            <a:chOff x="0" y="-309635"/>
            <a:chExt cx="10262318" cy="10313719"/>
          </a:xfrm>
        </p:grpSpPr>
        <p:grpSp>
          <p:nvGrpSpPr>
            <p:cNvPr id="27" name="Group 19">
              <a:extLst>
                <a:ext uri="{FF2B5EF4-FFF2-40B4-BE49-F238E27FC236}">
                  <a16:creationId xmlns:a16="http://schemas.microsoft.com/office/drawing/2014/main" id="{353FCEF8-51B3-9B73-6ED3-490121ED63C9}"/>
                </a:ext>
              </a:extLst>
            </p:cNvPr>
            <p:cNvGrpSpPr/>
            <p:nvPr/>
          </p:nvGrpSpPr>
          <p:grpSpPr>
            <a:xfrm>
              <a:off x="0" y="-309635"/>
              <a:ext cx="10262318" cy="10313719"/>
              <a:chOff x="0" y="-175195"/>
              <a:chExt cx="5806530" cy="5835614"/>
            </a:xfrm>
          </p:grpSpPr>
          <p:sp>
            <p:nvSpPr>
              <p:cNvPr id="30" name="Freeform 20">
                <a:extLst>
                  <a:ext uri="{FF2B5EF4-FFF2-40B4-BE49-F238E27FC236}">
                    <a16:creationId xmlns:a16="http://schemas.microsoft.com/office/drawing/2014/main" id="{93EC0025-4575-FD4E-AAEC-6237B94FD1D2}"/>
                  </a:ext>
                </a:extLst>
              </p:cNvPr>
              <p:cNvSpPr/>
              <p:nvPr/>
            </p:nvSpPr>
            <p:spPr>
              <a:xfrm>
                <a:off x="163137" y="-175195"/>
                <a:ext cx="5643393" cy="5835614"/>
              </a:xfrm>
              <a:custGeom>
                <a:avLst/>
                <a:gdLst/>
                <a:ahLst/>
                <a:cxnLst/>
                <a:rect l="l" t="t" r="r" b="b"/>
                <a:pathLst>
                  <a:path w="5643393" h="1428996">
                    <a:moveTo>
                      <a:pt x="0" y="0"/>
                    </a:moveTo>
                    <a:lnTo>
                      <a:pt x="5643393" y="0"/>
                    </a:lnTo>
                    <a:lnTo>
                      <a:pt x="5643393" y="1428996"/>
                    </a:lnTo>
                    <a:lnTo>
                      <a:pt x="0" y="1428996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</p:sp>
          <p:sp>
            <p:nvSpPr>
              <p:cNvPr id="31" name="TextBox 21">
                <a:extLst>
                  <a:ext uri="{FF2B5EF4-FFF2-40B4-BE49-F238E27FC236}">
                    <a16:creationId xmlns:a16="http://schemas.microsoft.com/office/drawing/2014/main" id="{415FAD32-3AC0-4FEA-0337-74E4856D65A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643393" cy="145757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8" name="TextBox 22">
              <a:extLst>
                <a:ext uri="{FF2B5EF4-FFF2-40B4-BE49-F238E27FC236}">
                  <a16:creationId xmlns:a16="http://schemas.microsoft.com/office/drawing/2014/main" id="{5793A551-D7D1-8198-6EF1-5F067352FAD3}"/>
                </a:ext>
              </a:extLst>
            </p:cNvPr>
            <p:cNvSpPr txBox="1"/>
            <p:nvPr/>
          </p:nvSpPr>
          <p:spPr>
            <a:xfrm>
              <a:off x="1157787" y="1253116"/>
              <a:ext cx="8276265" cy="8728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Muli"/>
                  <a:ea typeface="+mn-lt"/>
                  <a:cs typeface="+mn-lt"/>
                  <a:sym typeface="Muli"/>
                </a:rPr>
                <a:t>Understanding E2E workflows and cart actions effectively</a:t>
              </a:r>
              <a:endParaRPr lang="en-US" sz="2600">
                <a:latin typeface="Muli"/>
              </a:endParaRPr>
            </a:p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Muli"/>
                  <a:ea typeface="+mn-lt"/>
                  <a:cs typeface="+mn-lt"/>
                  <a:sym typeface="Muli"/>
                </a:rPr>
                <a:t>Managing test data with JSON for flexibility</a:t>
              </a:r>
              <a:endParaRPr lang="en-US" sz="2600">
                <a:latin typeface="Muli"/>
              </a:endParaRPr>
            </a:p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Muli"/>
                  <a:ea typeface="+mn-lt"/>
                  <a:cs typeface="+mn-lt"/>
                  <a:sym typeface="Muli"/>
                </a:rPr>
                <a:t>Handling dynamic elements and overlays</a:t>
              </a:r>
              <a:endParaRPr lang="en-US" sz="2600">
                <a:latin typeface="Muli"/>
              </a:endParaRPr>
            </a:p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Muli"/>
                  <a:ea typeface="+mn-lt"/>
                  <a:cs typeface="+mn-lt"/>
                  <a:sym typeface="Muli"/>
                </a:rPr>
                <a:t>Structuring tests using Page Object Model (POM)</a:t>
              </a:r>
              <a:endParaRPr lang="en-US" sz="2600">
                <a:latin typeface="Muli"/>
              </a:endParaRPr>
            </a:p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Muli"/>
                  <a:ea typeface="+mn-lt"/>
                  <a:cs typeface="+mn-lt"/>
                  <a:sym typeface="Muli"/>
                </a:rPr>
                <a:t>Dealing with page complexity and variations in search</a:t>
              </a:r>
              <a:endParaRPr lang="en-US" sz="2600">
                <a:latin typeface="Muli"/>
              </a:endParaRPr>
            </a:p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endParaRPr lang="en-US" sz="2600">
                <a:solidFill>
                  <a:srgbClr val="000000"/>
                </a:solidFill>
                <a:latin typeface="Muli"/>
                <a:ea typeface="Muli"/>
                <a:cs typeface="Muli"/>
              </a:endParaRPr>
            </a:p>
          </p:txBody>
        </p:sp>
      </p:grpSp>
      <p:sp>
        <p:nvSpPr>
          <p:cNvPr id="33" name="TextBox 23">
            <a:extLst>
              <a:ext uri="{FF2B5EF4-FFF2-40B4-BE49-F238E27FC236}">
                <a16:creationId xmlns:a16="http://schemas.microsoft.com/office/drawing/2014/main" id="{F0E59CAC-B193-1693-7EAE-6F63EC2D21DF}"/>
              </a:ext>
            </a:extLst>
          </p:cNvPr>
          <p:cNvSpPr txBox="1"/>
          <p:nvPr/>
        </p:nvSpPr>
        <p:spPr>
          <a:xfrm>
            <a:off x="1979627" y="2767629"/>
            <a:ext cx="6207198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3200" b="1">
                <a:latin typeface="Muli Semi-Bold"/>
              </a:rPr>
              <a:t>Learning</a:t>
            </a:r>
          </a:p>
        </p:txBody>
      </p:sp>
      <p:grpSp>
        <p:nvGrpSpPr>
          <p:cNvPr id="34" name="Group 18">
            <a:extLst>
              <a:ext uri="{FF2B5EF4-FFF2-40B4-BE49-F238E27FC236}">
                <a16:creationId xmlns:a16="http://schemas.microsoft.com/office/drawing/2014/main" id="{E99C7446-8C96-ABC9-1FCC-ABF8636365C9}"/>
              </a:ext>
            </a:extLst>
          </p:cNvPr>
          <p:cNvGrpSpPr/>
          <p:nvPr/>
        </p:nvGrpSpPr>
        <p:grpSpPr>
          <a:xfrm>
            <a:off x="9348707" y="2236020"/>
            <a:ext cx="7696738" cy="8300983"/>
            <a:chOff x="0" y="-309635"/>
            <a:chExt cx="10262318" cy="11093649"/>
          </a:xfrm>
        </p:grpSpPr>
        <p:grpSp>
          <p:nvGrpSpPr>
            <p:cNvPr id="35" name="Group 19">
              <a:extLst>
                <a:ext uri="{FF2B5EF4-FFF2-40B4-BE49-F238E27FC236}">
                  <a16:creationId xmlns:a16="http://schemas.microsoft.com/office/drawing/2014/main" id="{5AD263A9-91F0-4CE4-0C7B-7C82B131A23A}"/>
                </a:ext>
              </a:extLst>
            </p:cNvPr>
            <p:cNvGrpSpPr/>
            <p:nvPr/>
          </p:nvGrpSpPr>
          <p:grpSpPr>
            <a:xfrm>
              <a:off x="0" y="-309635"/>
              <a:ext cx="10262318" cy="10313719"/>
              <a:chOff x="0" y="-175195"/>
              <a:chExt cx="5806530" cy="5835614"/>
            </a:xfrm>
          </p:grpSpPr>
          <p:sp>
            <p:nvSpPr>
              <p:cNvPr id="37" name="Freeform 20">
                <a:extLst>
                  <a:ext uri="{FF2B5EF4-FFF2-40B4-BE49-F238E27FC236}">
                    <a16:creationId xmlns:a16="http://schemas.microsoft.com/office/drawing/2014/main" id="{66A8DE57-174A-D07B-4E56-5BCEEA7808AB}"/>
                  </a:ext>
                </a:extLst>
              </p:cNvPr>
              <p:cNvSpPr/>
              <p:nvPr/>
            </p:nvSpPr>
            <p:spPr>
              <a:xfrm>
                <a:off x="163137" y="-175195"/>
                <a:ext cx="5643393" cy="5835614"/>
              </a:xfrm>
              <a:custGeom>
                <a:avLst/>
                <a:gdLst/>
                <a:ahLst/>
                <a:cxnLst/>
                <a:rect l="l" t="t" r="r" b="b"/>
                <a:pathLst>
                  <a:path w="5643393" h="1428996">
                    <a:moveTo>
                      <a:pt x="0" y="0"/>
                    </a:moveTo>
                    <a:lnTo>
                      <a:pt x="5643393" y="0"/>
                    </a:lnTo>
                    <a:lnTo>
                      <a:pt x="5643393" y="1428996"/>
                    </a:lnTo>
                    <a:lnTo>
                      <a:pt x="0" y="1428996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</p:sp>
          <p:sp>
            <p:nvSpPr>
              <p:cNvPr id="38" name="TextBox 21">
                <a:extLst>
                  <a:ext uri="{FF2B5EF4-FFF2-40B4-BE49-F238E27FC236}">
                    <a16:creationId xmlns:a16="http://schemas.microsoft.com/office/drawing/2014/main" id="{861679F1-D837-7989-AD4A-6FF9BB3ECBB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643393" cy="145757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EAA4FDB5-825E-28E7-FBED-6CCA2FE37BDA}"/>
                </a:ext>
              </a:extLst>
            </p:cNvPr>
            <p:cNvSpPr txBox="1"/>
            <p:nvPr/>
          </p:nvSpPr>
          <p:spPr>
            <a:xfrm>
              <a:off x="1157787" y="1253116"/>
              <a:ext cx="8276265" cy="95308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000000"/>
                  </a:solidFill>
                  <a:latin typeface="Muli"/>
                  <a:ea typeface="+mn-lt"/>
                  <a:cs typeface="+mn-lt"/>
                  <a:sym typeface="Muli"/>
                </a:rPr>
                <a:t>Instead of using </a:t>
              </a:r>
              <a:r>
                <a:rPr lang="en-US" sz="2600" i="1" err="1">
                  <a:solidFill>
                    <a:srgbClr val="000000"/>
                  </a:solidFill>
                  <a:latin typeface="Muli"/>
                  <a:ea typeface="+mn-lt"/>
                  <a:cs typeface="+mn-lt"/>
                  <a:sym typeface="Muli"/>
                </a:rPr>
                <a:t>find_element</a:t>
              </a:r>
              <a:r>
                <a:rPr lang="en-US" sz="2600" dirty="0">
                  <a:solidFill>
                    <a:srgbClr val="000000"/>
                  </a:solidFill>
                  <a:latin typeface="Muli"/>
                  <a:ea typeface="+mn-lt"/>
                  <a:cs typeface="+mn-lt"/>
                  <a:sym typeface="Muli"/>
                </a:rPr>
                <a:t> in every test, iterate through the entire list</a:t>
              </a:r>
              <a:endParaRPr lang="en-US" sz="2600" dirty="0">
                <a:solidFill>
                  <a:srgbClr val="000000"/>
                </a:solidFill>
                <a:latin typeface="Muli"/>
                <a:ea typeface="+mn-lt"/>
                <a:cs typeface="+mn-lt"/>
              </a:endParaRPr>
            </a:p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000000"/>
                  </a:solidFill>
                  <a:latin typeface="Muli"/>
                  <a:ea typeface="+mn-lt"/>
                  <a:cs typeface="+mn-lt"/>
                  <a:sym typeface="Muli"/>
                </a:rPr>
                <a:t>Can add a function to add products directly from the home feed</a:t>
              </a:r>
              <a:endParaRPr lang="en-US" sz="2600" dirty="0">
                <a:solidFill>
                  <a:srgbClr val="000000"/>
                </a:solidFill>
                <a:latin typeface="Muli"/>
                <a:ea typeface="+mn-lt"/>
                <a:cs typeface="+mn-lt"/>
              </a:endParaRPr>
            </a:p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2600" dirty="0">
                  <a:latin typeface="Muli"/>
                  <a:ea typeface="+mn-lt"/>
                  <a:cs typeface="+mn-lt"/>
                </a:rPr>
                <a:t>Modularized and reusable code for better maintenance</a:t>
              </a:r>
              <a:endParaRPr lang="en-US" sz="2600" dirty="0">
                <a:latin typeface="Muli"/>
                <a:ea typeface="Calibri"/>
                <a:cs typeface="Calibri"/>
              </a:endParaRPr>
            </a:p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2600" dirty="0">
                  <a:latin typeface="Muli"/>
                  <a:ea typeface="+mn-lt"/>
                  <a:cs typeface="+mn-lt"/>
                </a:rPr>
                <a:t>Can add a reliable method to move the mouse away or dismiss hover menus during tests.</a:t>
              </a:r>
            </a:p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endParaRPr lang="en-US" sz="2600" dirty="0">
                <a:latin typeface="Muli"/>
                <a:ea typeface="Calibri"/>
                <a:cs typeface="Calibri"/>
              </a:endParaRPr>
            </a:p>
            <a:p>
              <a:pPr marL="457200" indent="-457200">
                <a:lnSpc>
                  <a:spcPct val="150000"/>
                </a:lnSpc>
                <a:buFont typeface="Arial"/>
                <a:buChar char="•"/>
              </a:pPr>
              <a:endParaRPr lang="en-US" sz="2600">
                <a:latin typeface="Muli"/>
                <a:ea typeface="Calibri"/>
                <a:cs typeface="Calibri"/>
              </a:endParaRPr>
            </a:p>
          </p:txBody>
        </p:sp>
      </p:grpSp>
      <p:sp>
        <p:nvSpPr>
          <p:cNvPr id="39" name="TextBox 23">
            <a:extLst>
              <a:ext uri="{FF2B5EF4-FFF2-40B4-BE49-F238E27FC236}">
                <a16:creationId xmlns:a16="http://schemas.microsoft.com/office/drawing/2014/main" id="{166A06C4-505D-7A1C-E9D6-E8B8CAF5F8DD}"/>
              </a:ext>
            </a:extLst>
          </p:cNvPr>
          <p:cNvSpPr txBox="1"/>
          <p:nvPr/>
        </p:nvSpPr>
        <p:spPr>
          <a:xfrm>
            <a:off x="10091418" y="2753517"/>
            <a:ext cx="6207198" cy="40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3200" b="1">
                <a:latin typeface="Muli Semi-Bold"/>
              </a:rPr>
              <a:t>Improvements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C9BC7-5E19-6D8F-902A-900A6AA4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227E6973-57C3-64DB-6F6D-59019368FD60}"/>
              </a:ext>
            </a:extLst>
          </p:cNvPr>
          <p:cNvSpPr txBox="1"/>
          <p:nvPr/>
        </p:nvSpPr>
        <p:spPr>
          <a:xfrm>
            <a:off x="4836103" y="2491811"/>
            <a:ext cx="8630237" cy="6764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en-US" sz="2800">
                <a:latin typeface="Muli"/>
                <a:ea typeface="+mn-lt"/>
                <a:cs typeface="+mn-lt"/>
              </a:rPr>
              <a:t>Implemented QA testing for Jeevee.com using Selenium and Python</a:t>
            </a:r>
            <a:endParaRPr lang="en-US">
              <a:ea typeface="Calibri"/>
              <a:cs typeface="Calibri"/>
            </a:endParaRP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en-US" sz="2800">
                <a:latin typeface="Muli"/>
                <a:ea typeface="+mn-lt"/>
                <a:cs typeface="+mn-lt"/>
              </a:rPr>
              <a:t>Verified key workflows</a:t>
            </a:r>
            <a:endParaRPr lang="en-US" sz="2800">
              <a:latin typeface="Muli"/>
              <a:ea typeface="Calibri"/>
              <a:cs typeface="Calibri"/>
            </a:endParaRP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en-US" sz="2800">
                <a:latin typeface="Muli"/>
                <a:ea typeface="+mn-lt"/>
                <a:cs typeface="+mn-lt"/>
              </a:rPr>
              <a:t>Built modular tests with POM and JSON test data</a:t>
            </a:r>
            <a:endParaRPr lang="en-US" sz="2800">
              <a:latin typeface="Muli"/>
              <a:ea typeface="Calibri"/>
              <a:cs typeface="Calibri"/>
            </a:endParaRP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en-US" sz="2800">
                <a:latin typeface="Muli"/>
                <a:ea typeface="+mn-lt"/>
                <a:cs typeface="+mn-lt"/>
              </a:rPr>
              <a:t>Handled dynamic elements, overlays, scrolling, and synchronization</a:t>
            </a:r>
            <a:endParaRPr lang="en-US" sz="2800">
              <a:latin typeface="Muli"/>
              <a:ea typeface="Calibri"/>
              <a:cs typeface="Calibri"/>
            </a:endParaRP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en-US" sz="2800">
                <a:latin typeface="Muli"/>
                <a:ea typeface="+mn-lt"/>
                <a:cs typeface="+mn-lt"/>
              </a:rPr>
              <a:t>Improved reliability, coverage, and flexibility</a:t>
            </a:r>
            <a:endParaRPr lang="en-US" sz="2800">
              <a:latin typeface="Muli"/>
              <a:ea typeface="Calibri"/>
              <a:cs typeface="Calibri"/>
            </a:endParaRPr>
          </a:p>
          <a:p>
            <a:pPr marL="914400" indent="-457200">
              <a:lnSpc>
                <a:spcPct val="200000"/>
              </a:lnSpc>
              <a:buFont typeface="Arial"/>
              <a:buChar char="•"/>
            </a:pPr>
            <a:endParaRPr lang="en-US" sz="2800">
              <a:latin typeface="Muli"/>
              <a:ea typeface="Calibri"/>
              <a:cs typeface="Calibri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A5D874-6CDF-2B40-565A-F466083F37F5}"/>
              </a:ext>
            </a:extLst>
          </p:cNvPr>
          <p:cNvSpPr txBox="1"/>
          <p:nvPr/>
        </p:nvSpPr>
        <p:spPr>
          <a:xfrm>
            <a:off x="5165650" y="514203"/>
            <a:ext cx="7956700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</a:rPr>
              <a:t>Conclusion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25474EF-6566-A54F-85BB-E81867AFF173}"/>
              </a:ext>
            </a:extLst>
          </p:cNvPr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7B3D406D-1829-24EE-8F22-E1EE860F2398}"/>
              </a:ext>
            </a:extLst>
          </p:cNvPr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80845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9258300" y="4622636"/>
            <a:ext cx="6493331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800"/>
              </a:lnSpc>
            </a:pPr>
            <a:r>
              <a:rPr lang="en-US" sz="9000" b="1">
                <a:solidFill>
                  <a:srgbClr val="000000"/>
                </a:solidFill>
                <a:latin typeface="Playfair Display Bold"/>
                <a:sym typeface="Playfair Display Bold"/>
              </a:rPr>
              <a:t>Thank You!</a:t>
            </a:r>
            <a:endParaRPr lang="en-US" sz="9000" b="1">
              <a:latin typeface="Playfair Display Bold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-4335206" y="-6972227"/>
            <a:ext cx="10756437" cy="10736880"/>
          </a:xfrm>
          <a:custGeom>
            <a:avLst/>
            <a:gdLst/>
            <a:ahLst/>
            <a:cxnLst/>
            <a:rect l="l" t="t" r="r" b="b"/>
            <a:pathLst>
              <a:path w="10756437" h="10736880">
                <a:moveTo>
                  <a:pt x="0" y="0"/>
                </a:moveTo>
                <a:lnTo>
                  <a:pt x="10756437" y="0"/>
                </a:lnTo>
                <a:lnTo>
                  <a:pt x="10756437" y="10736880"/>
                </a:lnTo>
                <a:lnTo>
                  <a:pt x="0" y="10736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760243" y="8297820"/>
            <a:ext cx="1422950" cy="1420363"/>
          </a:xfrm>
          <a:custGeom>
            <a:avLst/>
            <a:gdLst/>
            <a:ahLst/>
            <a:cxnLst/>
            <a:rect l="l" t="t" r="r" b="b"/>
            <a:pathLst>
              <a:path w="1897267" h="1893817">
                <a:moveTo>
                  <a:pt x="0" y="0"/>
                </a:moveTo>
                <a:lnTo>
                  <a:pt x="1897267" y="0"/>
                </a:lnTo>
                <a:lnTo>
                  <a:pt x="1897267" y="1893817"/>
                </a:lnTo>
                <a:lnTo>
                  <a:pt x="0" y="1893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Neon Pink Bright Blue White Modular Abstract Business Case Study and Report Business Presentation</dc:title>
  <cp:revision>70</cp:revision>
  <dcterms:created xsi:type="dcterms:W3CDTF">2006-08-16T00:00:00Z</dcterms:created>
  <dcterms:modified xsi:type="dcterms:W3CDTF">2025-12-04T06:41:24Z</dcterms:modified>
  <dc:identifier>DAG6b24kYWE</dc:identifier>
</cp:coreProperties>
</file>